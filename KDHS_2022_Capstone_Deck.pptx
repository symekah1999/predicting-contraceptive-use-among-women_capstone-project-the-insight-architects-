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6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drack Symekah" userId="88fae6817ab4d794" providerId="LiveId" clId="{442149D2-9EDF-46CE-B41F-AC8DCBEDBBB8}"/>
    <pc:docChg chg="undo redo custSel addSld delSld modSld">
      <pc:chgData name="Shadrack Symekah" userId="88fae6817ab4d794" providerId="LiveId" clId="{442149D2-9EDF-46CE-B41F-AC8DCBEDBBB8}" dt="2026-07-13T11:52:29.527" v="377" actId="20577"/>
      <pc:docMkLst>
        <pc:docMk/>
      </pc:docMkLst>
      <pc:sldChg chg="modSp mod">
        <pc:chgData name="Shadrack Symekah" userId="88fae6817ab4d794" providerId="LiveId" clId="{442149D2-9EDF-46CE-B41F-AC8DCBEDBBB8}" dt="2026-07-13T11:52:29.527" v="377" actId="20577"/>
        <pc:sldMkLst>
          <pc:docMk/>
          <pc:sldMk cId="0" sldId="256"/>
        </pc:sldMkLst>
        <pc:spChg chg="mod">
          <ac:chgData name="Shadrack Symekah" userId="88fae6817ab4d794" providerId="LiveId" clId="{442149D2-9EDF-46CE-B41F-AC8DCBEDBBB8}" dt="2026-07-13T07:07:53.673" v="10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7:53.673" v="102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7:53.673" v="10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7:53.673" v="102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7:53.673" v="102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7:53.673" v="102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7:42.198" v="100" actId="404"/>
          <ac:spMkLst>
            <pc:docMk/>
            <pc:sldMk cId="0" sldId="256"/>
            <ac:spMk id="8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7:53.673" v="102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7:42.198" v="100" actId="404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7:53.673" v="102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11:52:29.527" v="377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7:53.673" v="102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7:42.198" v="100" actId="404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1:52.910" v="334" actId="20577"/>
          <ac:spMkLst>
            <pc:docMk/>
            <pc:sldMk cId="0" sldId="256"/>
            <ac:spMk id="15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42:49.927" v="344" actId="20577"/>
        <pc:sldMkLst>
          <pc:docMk/>
          <pc:sldMk cId="0" sldId="257"/>
        </pc:sldMkLst>
        <pc:spChg chg="mod">
          <ac:chgData name="Shadrack Symekah" userId="88fae6817ab4d794" providerId="LiveId" clId="{442149D2-9EDF-46CE-B41F-AC8DCBEDBBB8}" dt="2026-07-13T07:08:15.244" v="104" actId="403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15.244" v="104" actId="403"/>
          <ac:spMkLst>
            <pc:docMk/>
            <pc:sldMk cId="0" sldId="257"/>
            <ac:spMk id="3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15.244" v="104" actId="403"/>
          <ac:spMkLst>
            <pc:docMk/>
            <pc:sldMk cId="0" sldId="257"/>
            <ac:spMk id="5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15.244" v="104" actId="403"/>
          <ac:spMkLst>
            <pc:docMk/>
            <pc:sldMk cId="0" sldId="257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15.244" v="104" actId="403"/>
          <ac:spMkLst>
            <pc:docMk/>
            <pc:sldMk cId="0" sldId="257"/>
            <ac:spMk id="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15.244" v="104" actId="403"/>
          <ac:spMkLst>
            <pc:docMk/>
            <pc:sldMk cId="0" sldId="257"/>
            <ac:spMk id="9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15.244" v="104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15.244" v="104" actId="403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15.244" v="104" actId="403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2:49.927" v="344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42:58.060" v="346" actId="20577"/>
        <pc:sldMkLst>
          <pc:docMk/>
          <pc:sldMk cId="0" sldId="258"/>
        </pc:sldMkLst>
        <pc:spChg chg="mod">
          <ac:chgData name="Shadrack Symekah" userId="88fae6817ab4d794" providerId="LiveId" clId="{442149D2-9EDF-46CE-B41F-AC8DCBEDBBB8}" dt="2026-07-13T07:08:36.516" v="107" actId="403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36.516" v="107" actId="403"/>
          <ac:spMkLst>
            <pc:docMk/>
            <pc:sldMk cId="0" sldId="258"/>
            <ac:spMk id="4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36.516" v="107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36.516" v="107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9:20.209" v="119" actId="404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36.516" v="107" actId="403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36.516" v="107" actId="403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36.516" v="107" actId="403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08:36.516" v="107" actId="403"/>
          <ac:spMkLst>
            <pc:docMk/>
            <pc:sldMk cId="0" sldId="258"/>
            <ac:spMk id="31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2:58.060" v="346" actId="20577"/>
          <ac:spMkLst>
            <pc:docMk/>
            <pc:sldMk cId="0" sldId="258"/>
            <ac:spMk id="34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43:04.478" v="348" actId="20577"/>
        <pc:sldMkLst>
          <pc:docMk/>
          <pc:sldMk cId="0" sldId="259"/>
        </pc:sldMkLst>
        <pc:spChg chg="mod">
          <ac:chgData name="Shadrack Symekah" userId="88fae6817ab4d794" providerId="LiveId" clId="{442149D2-9EDF-46CE-B41F-AC8DCBEDBBB8}" dt="2026-07-13T07:10:30.636" v="132" actId="403"/>
          <ac:spMkLst>
            <pc:docMk/>
            <pc:sldMk cId="0" sldId="259"/>
            <ac:spMk id="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0:06.592" v="128" actId="403"/>
          <ac:spMkLst>
            <pc:docMk/>
            <pc:sldMk cId="0" sldId="259"/>
            <ac:spMk id="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0:50.579" v="135" actId="403"/>
          <ac:spMkLst>
            <pc:docMk/>
            <pc:sldMk cId="0" sldId="259"/>
            <ac:spMk id="8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3:04.478" v="348" actId="20577"/>
          <ac:spMkLst>
            <pc:docMk/>
            <pc:sldMk cId="0" sldId="259"/>
            <ac:spMk id="9" creationId="{00000000-0000-0000-0000-000000000000}"/>
          </ac:spMkLst>
        </pc:spChg>
        <pc:graphicFrameChg chg="modGraphic">
          <ac:chgData name="Shadrack Symekah" userId="88fae6817ab4d794" providerId="LiveId" clId="{442149D2-9EDF-46CE-B41F-AC8DCBEDBBB8}" dt="2026-07-13T07:12:16.848" v="144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Shadrack Symekah" userId="88fae6817ab4d794" providerId="LiveId" clId="{442149D2-9EDF-46CE-B41F-AC8DCBEDBBB8}" dt="2026-07-13T07:43:10.873" v="350" actId="20577"/>
        <pc:sldMkLst>
          <pc:docMk/>
          <pc:sldMk cId="0" sldId="260"/>
        </pc:sldMkLst>
        <pc:spChg chg="mod">
          <ac:chgData name="Shadrack Symekah" userId="88fae6817ab4d794" providerId="LiveId" clId="{442149D2-9EDF-46CE-B41F-AC8DCBEDBBB8}" dt="2026-07-13T07:12:42.452" v="145" actId="2711"/>
          <ac:spMkLst>
            <pc:docMk/>
            <pc:sldMk cId="0" sldId="260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2:53.689" v="146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3:04.881" v="147" actId="2711"/>
          <ac:spMkLst>
            <pc:docMk/>
            <pc:sldMk cId="0" sldId="260"/>
            <ac:spMk id="9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3:41.569" v="153" actId="40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3:10.873" v="350" actId="20577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43:18.688" v="352" actId="20577"/>
        <pc:sldMkLst>
          <pc:docMk/>
          <pc:sldMk cId="0" sldId="261"/>
        </pc:sldMkLst>
        <pc:spChg chg="mod">
          <ac:chgData name="Shadrack Symekah" userId="88fae6817ab4d794" providerId="LiveId" clId="{442149D2-9EDF-46CE-B41F-AC8DCBEDBBB8}" dt="2026-07-13T07:14:44.896" v="158" actId="2711"/>
          <ac:spMkLst>
            <pc:docMk/>
            <pc:sldMk cId="0" sldId="261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4:26.607" v="156" actId="2711"/>
          <ac:spMkLst>
            <pc:docMk/>
            <pc:sldMk cId="0" sldId="261"/>
            <ac:spMk id="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4:36.473" v="157" actId="2711"/>
          <ac:spMkLst>
            <pc:docMk/>
            <pc:sldMk cId="0" sldId="261"/>
            <ac:spMk id="8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4:55.613" v="159" actId="2711"/>
          <ac:spMkLst>
            <pc:docMk/>
            <pc:sldMk cId="0" sldId="261"/>
            <ac:spMk id="9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5:27.060" v="163" actId="2711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3:18.688" v="352" actId="20577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43:24.203" v="354" actId="20577"/>
        <pc:sldMkLst>
          <pc:docMk/>
          <pc:sldMk cId="0" sldId="262"/>
        </pc:sldMkLst>
        <pc:spChg chg="mod">
          <ac:chgData name="Shadrack Symekah" userId="88fae6817ab4d794" providerId="LiveId" clId="{442149D2-9EDF-46CE-B41F-AC8DCBEDBBB8}" dt="2026-07-13T07:16:13.976" v="165" actId="2711"/>
          <ac:spMkLst>
            <pc:docMk/>
            <pc:sldMk cId="0" sldId="262"/>
            <ac:spMk id="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6:03.965" v="164" actId="27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6:30.034" v="166" actId="2711"/>
          <ac:spMkLst>
            <pc:docMk/>
            <pc:sldMk cId="0" sldId="262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6:40.046" v="167" actId="2711"/>
          <ac:spMkLst>
            <pc:docMk/>
            <pc:sldMk cId="0" sldId="262"/>
            <ac:spMk id="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3:24.203" v="354" actId="20577"/>
          <ac:spMkLst>
            <pc:docMk/>
            <pc:sldMk cId="0" sldId="262"/>
            <ac:spMk id="8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43:32.117" v="356" actId="20577"/>
        <pc:sldMkLst>
          <pc:docMk/>
          <pc:sldMk cId="0" sldId="263"/>
        </pc:sldMkLst>
        <pc:spChg chg="mod">
          <ac:chgData name="Shadrack Symekah" userId="88fae6817ab4d794" providerId="LiveId" clId="{442149D2-9EDF-46CE-B41F-AC8DCBEDBBB8}" dt="2026-07-13T07:18:22.455" v="182" actId="2711"/>
          <ac:spMkLst>
            <pc:docMk/>
            <pc:sldMk cId="0" sldId="263"/>
            <ac:spMk id="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8:13.084" v="181" actId="2711"/>
          <ac:spMkLst>
            <pc:docMk/>
            <pc:sldMk cId="0" sldId="263"/>
            <ac:spMk id="4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8:36.168" v="184" actId="403"/>
          <ac:spMkLst>
            <pc:docMk/>
            <pc:sldMk cId="0" sldId="263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3:32.117" v="356" actId="20577"/>
          <ac:spMkLst>
            <pc:docMk/>
            <pc:sldMk cId="0" sldId="263"/>
            <ac:spMk id="7" creationId="{00000000-0000-0000-0000-000000000000}"/>
          </ac:spMkLst>
        </pc:spChg>
        <pc:graphicFrameChg chg="modGraphic">
          <ac:chgData name="Shadrack Symekah" userId="88fae6817ab4d794" providerId="LiveId" clId="{442149D2-9EDF-46CE-B41F-AC8DCBEDBBB8}" dt="2026-07-13T07:18:05.525" v="180" actId="404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Shadrack Symekah" userId="88fae6817ab4d794" providerId="LiveId" clId="{442149D2-9EDF-46CE-B41F-AC8DCBEDBBB8}" dt="2026-07-13T07:43:38.330" v="358" actId="20577"/>
        <pc:sldMkLst>
          <pc:docMk/>
          <pc:sldMk cId="0" sldId="264"/>
        </pc:sldMkLst>
        <pc:spChg chg="mod">
          <ac:chgData name="Shadrack Symekah" userId="88fae6817ab4d794" providerId="LiveId" clId="{442149D2-9EDF-46CE-B41F-AC8DCBEDBBB8}" dt="2026-07-13T07:19:17.662" v="187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19:48.723" v="193" actId="2711"/>
          <ac:spMkLst>
            <pc:docMk/>
            <pc:sldMk cId="0" sldId="264"/>
            <ac:spMk id="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3:38.330" v="358" actId="20577"/>
          <ac:spMkLst>
            <pc:docMk/>
            <pc:sldMk cId="0" sldId="264"/>
            <ac:spMk id="8" creationId="{00000000-0000-0000-0000-000000000000}"/>
          </ac:spMkLst>
        </pc:spChg>
        <pc:graphicFrameChg chg="modGraphic">
          <ac:chgData name="Shadrack Symekah" userId="88fae6817ab4d794" providerId="LiveId" clId="{442149D2-9EDF-46CE-B41F-AC8DCBEDBBB8}" dt="2026-07-13T07:19:02.614" v="186" actId="403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Shadrack Symekah" userId="88fae6817ab4d794" providerId="LiveId" clId="{442149D2-9EDF-46CE-B41F-AC8DCBEDBBB8}" dt="2026-07-13T07:43:45.774" v="360" actId="20577"/>
        <pc:sldMkLst>
          <pc:docMk/>
          <pc:sldMk cId="0" sldId="265"/>
        </pc:sldMkLst>
        <pc:spChg chg="mod">
          <ac:chgData name="Shadrack Symekah" userId="88fae6817ab4d794" providerId="LiveId" clId="{442149D2-9EDF-46CE-B41F-AC8DCBEDBBB8}" dt="2026-07-13T07:20:23.196" v="194" actId="2711"/>
          <ac:spMkLst>
            <pc:docMk/>
            <pc:sldMk cId="0" sldId="265"/>
            <ac:spMk id="5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0:35.259" v="196" actId="255"/>
          <ac:spMkLst>
            <pc:docMk/>
            <pc:sldMk cId="0" sldId="265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3:45.774" v="360" actId="20577"/>
          <ac:spMkLst>
            <pc:docMk/>
            <pc:sldMk cId="0" sldId="265"/>
            <ac:spMk id="7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43:52.302" v="362" actId="20577"/>
        <pc:sldMkLst>
          <pc:docMk/>
          <pc:sldMk cId="0" sldId="266"/>
        </pc:sldMkLst>
        <pc:spChg chg="mod">
          <ac:chgData name="Shadrack Symekah" userId="88fae6817ab4d794" providerId="LiveId" clId="{442149D2-9EDF-46CE-B41F-AC8DCBEDBBB8}" dt="2026-07-13T07:22:52.988" v="200" actId="2711"/>
          <ac:spMkLst>
            <pc:docMk/>
            <pc:sldMk cId="0" sldId="266"/>
            <ac:spMk id="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3:17.684" v="203" actId="2711"/>
          <ac:spMkLst>
            <pc:docMk/>
            <pc:sldMk cId="0" sldId="266"/>
            <ac:spMk id="4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4:03.069" v="208" actId="2711"/>
          <ac:spMkLst>
            <pc:docMk/>
            <pc:sldMk cId="0" sldId="266"/>
            <ac:spMk id="5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4:11.861" v="209" actId="2711"/>
          <ac:spMkLst>
            <pc:docMk/>
            <pc:sldMk cId="0" sldId="266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3:08.682" v="202" actId="271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3:26.248" v="204" actId="2711"/>
          <ac:spMkLst>
            <pc:docMk/>
            <pc:sldMk cId="0" sldId="266"/>
            <ac:spMk id="14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3:34.753" v="205" actId="2711"/>
          <ac:spMkLst>
            <pc:docMk/>
            <pc:sldMk cId="0" sldId="266"/>
            <ac:spMk id="1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3:43.715" v="206" actId="2711"/>
          <ac:spMkLst>
            <pc:docMk/>
            <pc:sldMk cId="0" sldId="266"/>
            <ac:spMk id="18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3:55.706" v="207" actId="2711"/>
          <ac:spMkLst>
            <pc:docMk/>
            <pc:sldMk cId="0" sldId="266"/>
            <ac:spMk id="20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4:23.760" v="210" actId="2711"/>
          <ac:spMkLst>
            <pc:docMk/>
            <pc:sldMk cId="0" sldId="266"/>
            <ac:spMk id="21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3:52.302" v="362" actId="20577"/>
          <ac:spMkLst>
            <pc:docMk/>
            <pc:sldMk cId="0" sldId="266"/>
            <ac:spMk id="22" creationId="{00000000-0000-0000-0000-000000000000}"/>
          </ac:spMkLst>
        </pc:spChg>
        <pc:graphicFrameChg chg="modGraphic">
          <ac:chgData name="Shadrack Symekah" userId="88fae6817ab4d794" providerId="LiveId" clId="{442149D2-9EDF-46CE-B41F-AC8DCBEDBBB8}" dt="2026-07-13T07:23:00.053" v="201" actId="2711"/>
          <ac:graphicFrameMkLst>
            <pc:docMk/>
            <pc:sldMk cId="0" sldId="266"/>
            <ac:graphicFrameMk id="12" creationId="{00000000-0000-0000-0000-000000000000}"/>
          </ac:graphicFrameMkLst>
        </pc:graphicFrameChg>
      </pc:sldChg>
      <pc:sldChg chg="modSp mod">
        <pc:chgData name="Shadrack Symekah" userId="88fae6817ab4d794" providerId="LiveId" clId="{442149D2-9EDF-46CE-B41F-AC8DCBEDBBB8}" dt="2026-07-13T07:43:58.002" v="364" actId="20577"/>
        <pc:sldMkLst>
          <pc:docMk/>
          <pc:sldMk cId="0" sldId="267"/>
        </pc:sldMkLst>
        <pc:spChg chg="mod">
          <ac:chgData name="Shadrack Symekah" userId="88fae6817ab4d794" providerId="LiveId" clId="{442149D2-9EDF-46CE-B41F-AC8DCBEDBBB8}" dt="2026-07-13T07:26:18.903" v="219" actId="2711"/>
          <ac:spMkLst>
            <pc:docMk/>
            <pc:sldMk cId="0" sldId="267"/>
            <ac:spMk id="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5:37.022" v="214" actId="2711"/>
          <ac:spMkLst>
            <pc:docMk/>
            <pc:sldMk cId="0" sldId="267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6:00.697" v="217" actId="2711"/>
          <ac:spMkLst>
            <pc:docMk/>
            <pc:sldMk cId="0" sldId="267"/>
            <ac:spMk id="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5:43.136" v="215" actId="2711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5:51.418" v="216" actId="2711"/>
          <ac:spMkLst>
            <pc:docMk/>
            <pc:sldMk cId="0" sldId="267"/>
            <ac:spMk id="11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6:09.851" v="218" actId="2711"/>
          <ac:spMkLst>
            <pc:docMk/>
            <pc:sldMk cId="0" sldId="267"/>
            <ac:spMk id="13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3:58.002" v="364" actId="20577"/>
          <ac:spMkLst>
            <pc:docMk/>
            <pc:sldMk cId="0" sldId="267"/>
            <ac:spMk id="14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44:04.837" v="366" actId="20577"/>
        <pc:sldMkLst>
          <pc:docMk/>
          <pc:sldMk cId="0" sldId="268"/>
        </pc:sldMkLst>
        <pc:spChg chg="mod">
          <ac:chgData name="Shadrack Symekah" userId="88fae6817ab4d794" providerId="LiveId" clId="{442149D2-9EDF-46CE-B41F-AC8DCBEDBBB8}" dt="2026-07-13T07:44:04.837" v="366" actId="20577"/>
          <ac:spMkLst>
            <pc:docMk/>
            <pc:sldMk cId="0" sldId="268"/>
            <ac:spMk id="6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44:18.264" v="370" actId="20577"/>
        <pc:sldMkLst>
          <pc:docMk/>
          <pc:sldMk cId="0" sldId="269"/>
        </pc:sldMkLst>
        <pc:spChg chg="mod">
          <ac:chgData name="Shadrack Symekah" userId="88fae6817ab4d794" providerId="LiveId" clId="{442149D2-9EDF-46CE-B41F-AC8DCBEDBBB8}" dt="2026-07-13T07:28:07.357" v="235" actId="403"/>
          <ac:spMkLst>
            <pc:docMk/>
            <pc:sldMk cId="0" sldId="269"/>
            <ac:spMk id="5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8:14.292" v="236" actId="2711"/>
          <ac:spMkLst>
            <pc:docMk/>
            <pc:sldMk cId="0" sldId="269"/>
            <ac:spMk id="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8:20.684" v="237" actId="2711"/>
          <ac:spMkLst>
            <pc:docMk/>
            <pc:sldMk cId="0" sldId="269"/>
            <ac:spMk id="8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8:37.291" v="238" actId="2711"/>
          <ac:spMkLst>
            <pc:docMk/>
            <pc:sldMk cId="0" sldId="269"/>
            <ac:spMk id="10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8:43.236" v="239" actId="2711"/>
          <ac:spMkLst>
            <pc:docMk/>
            <pc:sldMk cId="0" sldId="269"/>
            <ac:spMk id="11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8:55.668" v="240" actId="2711"/>
          <ac:spMkLst>
            <pc:docMk/>
            <pc:sldMk cId="0" sldId="269"/>
            <ac:spMk id="1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29:11.759" v="241" actId="2711"/>
          <ac:spMkLst>
            <pc:docMk/>
            <pc:sldMk cId="0" sldId="269"/>
            <ac:spMk id="1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4:18.264" v="370" actId="20577"/>
          <ac:spMkLst>
            <pc:docMk/>
            <pc:sldMk cId="0" sldId="269"/>
            <ac:spMk id="18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44:24.517" v="372" actId="20577"/>
        <pc:sldMkLst>
          <pc:docMk/>
          <pc:sldMk cId="0" sldId="270"/>
        </pc:sldMkLst>
        <pc:spChg chg="mod">
          <ac:chgData name="Shadrack Symekah" userId="88fae6817ab4d794" providerId="LiveId" clId="{442149D2-9EDF-46CE-B41F-AC8DCBEDBBB8}" dt="2026-07-13T07:30:24.148" v="253" actId="2711"/>
          <ac:spMkLst>
            <pc:docMk/>
            <pc:sldMk cId="0" sldId="270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0:03.568" v="250" actId="2711"/>
          <ac:spMkLst>
            <pc:docMk/>
            <pc:sldMk cId="0" sldId="270"/>
            <ac:spMk id="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0:08.947" v="251" actId="2711"/>
          <ac:spMkLst>
            <pc:docMk/>
            <pc:sldMk cId="0" sldId="270"/>
            <ac:spMk id="8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0:14.355" v="252" actId="2711"/>
          <ac:spMkLst>
            <pc:docMk/>
            <pc:sldMk cId="0" sldId="270"/>
            <ac:spMk id="9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4:24.517" v="372" actId="20577"/>
          <ac:spMkLst>
            <pc:docMk/>
            <pc:sldMk cId="0" sldId="270"/>
            <ac:spMk id="11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44:30.158" v="374" actId="20577"/>
        <pc:sldMkLst>
          <pc:docMk/>
          <pc:sldMk cId="0" sldId="271"/>
        </pc:sldMkLst>
        <pc:spChg chg="mod">
          <ac:chgData name="Shadrack Symekah" userId="88fae6817ab4d794" providerId="LiveId" clId="{442149D2-9EDF-46CE-B41F-AC8DCBEDBBB8}" dt="2026-07-13T07:33:49.814" v="262" actId="403"/>
          <ac:spMkLst>
            <pc:docMk/>
            <pc:sldMk cId="0" sldId="271"/>
            <ac:spMk id="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2:53.964" v="255" actId="2711"/>
          <ac:spMkLst>
            <pc:docMk/>
            <pc:sldMk cId="0" sldId="271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2:46.828" v="254" actId="2711"/>
          <ac:spMkLst>
            <pc:docMk/>
            <pc:sldMk cId="0" sldId="271"/>
            <ac:spMk id="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3:09.953" v="257" actId="2711"/>
          <ac:spMkLst>
            <pc:docMk/>
            <pc:sldMk cId="0" sldId="271"/>
            <ac:spMk id="9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3:03.201" v="256" actId="2711"/>
          <ac:spMkLst>
            <pc:docMk/>
            <pc:sldMk cId="0" sldId="271"/>
            <ac:spMk id="10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4:30.158" v="374" actId="20577"/>
          <ac:spMkLst>
            <pc:docMk/>
            <pc:sldMk cId="0" sldId="271"/>
            <ac:spMk id="11" creationId="{00000000-0000-0000-0000-000000000000}"/>
          </ac:spMkLst>
        </pc:spChg>
      </pc:sldChg>
      <pc:sldChg chg="delSp modSp mod">
        <pc:chgData name="Shadrack Symekah" userId="88fae6817ab4d794" providerId="LiveId" clId="{442149D2-9EDF-46CE-B41F-AC8DCBEDBBB8}" dt="2026-07-13T07:44:39.834" v="376" actId="20577"/>
        <pc:sldMkLst>
          <pc:docMk/>
          <pc:sldMk cId="0" sldId="272"/>
        </pc:sldMkLst>
        <pc:spChg chg="del mod">
          <ac:chgData name="Shadrack Symekah" userId="88fae6817ab4d794" providerId="LiveId" clId="{442149D2-9EDF-46CE-B41F-AC8DCBEDBBB8}" dt="2026-07-13T07:34:08.130" v="267" actId="478"/>
          <ac:spMkLst>
            <pc:docMk/>
            <pc:sldMk cId="0" sldId="272"/>
            <ac:spMk id="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4:30.772" v="270" actId="2711"/>
          <ac:spMkLst>
            <pc:docMk/>
            <pc:sldMk cId="0" sldId="272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4:38.359" v="271" actId="2711"/>
          <ac:spMkLst>
            <pc:docMk/>
            <pc:sldMk cId="0" sldId="272"/>
            <ac:spMk id="9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5:14.149" v="275" actId="207"/>
          <ac:spMkLst>
            <pc:docMk/>
            <pc:sldMk cId="0" sldId="272"/>
            <ac:spMk id="1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5:23.451" v="276" actId="2711"/>
          <ac:spMkLst>
            <pc:docMk/>
            <pc:sldMk cId="0" sldId="272"/>
            <ac:spMk id="15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5:30.012" v="277" actId="2711"/>
          <ac:spMkLst>
            <pc:docMk/>
            <pc:sldMk cId="0" sldId="272"/>
            <ac:spMk id="18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5:36.017" v="278" actId="2711"/>
          <ac:spMkLst>
            <pc:docMk/>
            <pc:sldMk cId="0" sldId="272"/>
            <ac:spMk id="21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4:39.834" v="376" actId="20577"/>
          <ac:spMkLst>
            <pc:docMk/>
            <pc:sldMk cId="0" sldId="272"/>
            <ac:spMk id="22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38:29.244" v="301" actId="20577"/>
        <pc:sldMkLst>
          <pc:docMk/>
          <pc:sldMk cId="0" sldId="273"/>
        </pc:sldMkLst>
        <pc:spChg chg="mod">
          <ac:chgData name="Shadrack Symekah" userId="88fae6817ab4d794" providerId="LiveId" clId="{442149D2-9EDF-46CE-B41F-AC8DCBEDBBB8}" dt="2026-07-13T07:37:45.559" v="290" actId="2711"/>
          <ac:spMkLst>
            <pc:docMk/>
            <pc:sldMk cId="0" sldId="273"/>
            <ac:spMk id="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7:36.829" v="288" actId="2711"/>
          <ac:spMkLst>
            <pc:docMk/>
            <pc:sldMk cId="0" sldId="273"/>
            <ac:spMk id="4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6:59.480" v="282" actId="2711"/>
          <ac:spMkLst>
            <pc:docMk/>
            <pc:sldMk cId="0" sldId="273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7:11.809" v="284" actId="2711"/>
          <ac:spMkLst>
            <pc:docMk/>
            <pc:sldMk cId="0" sldId="273"/>
            <ac:spMk id="9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7:17.300" v="285" actId="2711"/>
          <ac:spMkLst>
            <pc:docMk/>
            <pc:sldMk cId="0" sldId="273"/>
            <ac:spMk id="1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7:22.988" v="286" actId="2711"/>
          <ac:spMkLst>
            <pc:docMk/>
            <pc:sldMk cId="0" sldId="273"/>
            <ac:spMk id="15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7:29.074" v="287" actId="2711"/>
          <ac:spMkLst>
            <pc:docMk/>
            <pc:sldMk cId="0" sldId="273"/>
            <ac:spMk id="18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8:05.975" v="294" actId="2711"/>
          <ac:spMkLst>
            <pc:docMk/>
            <pc:sldMk cId="0" sldId="273"/>
            <ac:spMk id="21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8:29.244" v="301" actId="20577"/>
          <ac:spMkLst>
            <pc:docMk/>
            <pc:sldMk cId="0" sldId="273"/>
            <ac:spMk id="22" creationId="{00000000-0000-0000-0000-000000000000}"/>
          </ac:spMkLst>
        </pc:spChg>
        <pc:graphicFrameChg chg="modGraphic">
          <ac:chgData name="Shadrack Symekah" userId="88fae6817ab4d794" providerId="LiveId" clId="{442149D2-9EDF-46CE-B41F-AC8DCBEDBBB8}" dt="2026-07-13T07:37:54.779" v="293" actId="403"/>
          <ac:graphicFrameMkLst>
            <pc:docMk/>
            <pc:sldMk cId="0" sldId="273"/>
            <ac:graphicFrameMk id="20" creationId="{00000000-0000-0000-0000-000000000000}"/>
          </ac:graphicFrameMkLst>
        </pc:graphicFrameChg>
      </pc:sldChg>
      <pc:sldChg chg="modSp mod">
        <pc:chgData name="Shadrack Symekah" userId="88fae6817ab4d794" providerId="LiveId" clId="{442149D2-9EDF-46CE-B41F-AC8DCBEDBBB8}" dt="2026-07-13T07:40:14.382" v="315" actId="20577"/>
        <pc:sldMkLst>
          <pc:docMk/>
          <pc:sldMk cId="0" sldId="274"/>
        </pc:sldMkLst>
        <pc:spChg chg="mod">
          <ac:chgData name="Shadrack Symekah" userId="88fae6817ab4d794" providerId="LiveId" clId="{442149D2-9EDF-46CE-B41F-AC8DCBEDBBB8}" dt="2026-07-13T07:38:39.844" v="302" actId="2711"/>
          <ac:spMkLst>
            <pc:docMk/>
            <pc:sldMk cId="0" sldId="274"/>
            <ac:spMk id="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8:48.159" v="303" actId="2711"/>
          <ac:spMkLst>
            <pc:docMk/>
            <pc:sldMk cId="0" sldId="274"/>
            <ac:spMk id="11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9:22.624" v="304" actId="2711"/>
          <ac:spMkLst>
            <pc:docMk/>
            <pc:sldMk cId="0" sldId="274"/>
            <ac:spMk id="15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9:29.475" v="305" actId="2711"/>
          <ac:spMkLst>
            <pc:docMk/>
            <pc:sldMk cId="0" sldId="274"/>
            <ac:spMk id="19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9:35.811" v="306" actId="2711"/>
          <ac:spMkLst>
            <pc:docMk/>
            <pc:sldMk cId="0" sldId="274"/>
            <ac:spMk id="23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39:46.762" v="308" actId="2711"/>
          <ac:spMkLst>
            <pc:docMk/>
            <pc:sldMk cId="0" sldId="274"/>
            <ac:spMk id="2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0:14.382" v="315" actId="20577"/>
          <ac:spMkLst>
            <pc:docMk/>
            <pc:sldMk cId="0" sldId="274"/>
            <ac:spMk id="28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41:28.898" v="329" actId="20577"/>
        <pc:sldMkLst>
          <pc:docMk/>
          <pc:sldMk cId="0" sldId="275"/>
        </pc:sldMkLst>
        <pc:spChg chg="mod">
          <ac:chgData name="Shadrack Symekah" userId="88fae6817ab4d794" providerId="LiveId" clId="{442149D2-9EDF-46CE-B41F-AC8DCBEDBBB8}" dt="2026-07-13T07:40:30.099" v="316" actId="2711"/>
          <ac:spMkLst>
            <pc:docMk/>
            <pc:sldMk cId="0" sldId="275"/>
            <ac:spMk id="6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0:35.747" v="317" actId="2711"/>
          <ac:spMkLst>
            <pc:docMk/>
            <pc:sldMk cId="0" sldId="275"/>
            <ac:spMk id="7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0:42.829" v="318" actId="2711"/>
          <ac:spMkLst>
            <pc:docMk/>
            <pc:sldMk cId="0" sldId="275"/>
            <ac:spMk id="8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0:48.182" v="319" actId="2711"/>
          <ac:spMkLst>
            <pc:docMk/>
            <pc:sldMk cId="0" sldId="275"/>
            <ac:spMk id="9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0:53.827" v="320" actId="2711"/>
          <ac:spMkLst>
            <pc:docMk/>
            <pc:sldMk cId="0" sldId="275"/>
            <ac:spMk id="10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0:58.912" v="321" actId="2711"/>
          <ac:spMkLst>
            <pc:docMk/>
            <pc:sldMk cId="0" sldId="275"/>
            <ac:spMk id="11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1:04.841" v="322" actId="2711"/>
          <ac:spMkLst>
            <pc:docMk/>
            <pc:sldMk cId="0" sldId="275"/>
            <ac:spMk id="12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1:10.418" v="323" actId="2711"/>
          <ac:spMkLst>
            <pc:docMk/>
            <pc:sldMk cId="0" sldId="275"/>
            <ac:spMk id="13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1:15.541" v="324" actId="2711"/>
          <ac:spMkLst>
            <pc:docMk/>
            <pc:sldMk cId="0" sldId="275"/>
            <ac:spMk id="14" creationId="{00000000-0000-0000-0000-000000000000}"/>
          </ac:spMkLst>
        </pc:spChg>
        <pc:spChg chg="mod">
          <ac:chgData name="Shadrack Symekah" userId="88fae6817ab4d794" providerId="LiveId" clId="{442149D2-9EDF-46CE-B41F-AC8DCBEDBBB8}" dt="2026-07-13T07:41:28.898" v="329" actId="20577"/>
          <ac:spMkLst>
            <pc:docMk/>
            <pc:sldMk cId="0" sldId="275"/>
            <ac:spMk id="15" creationId="{00000000-0000-0000-0000-000000000000}"/>
          </ac:spMkLst>
        </pc:spChg>
      </pc:sldChg>
      <pc:sldChg chg="modSp mod">
        <pc:chgData name="Shadrack Symekah" userId="88fae6817ab4d794" providerId="LiveId" clId="{442149D2-9EDF-46CE-B41F-AC8DCBEDBBB8}" dt="2026-07-13T07:44:11.250" v="368" actId="20577"/>
        <pc:sldMkLst>
          <pc:docMk/>
          <pc:sldMk cId="3364771680" sldId="276"/>
        </pc:sldMkLst>
        <pc:spChg chg="mod">
          <ac:chgData name="Shadrack Symekah" userId="88fae6817ab4d794" providerId="LiveId" clId="{442149D2-9EDF-46CE-B41F-AC8DCBEDBBB8}" dt="2026-07-13T07:44:11.250" v="368" actId="20577"/>
          <ac:spMkLst>
            <pc:docMk/>
            <pc:sldMk cId="3364771680" sldId="276"/>
            <ac:spMk id="6" creationId="{538F1287-4516-A452-439F-D6ACAEA13081}"/>
          </ac:spMkLst>
        </pc:spChg>
        <pc:spChg chg="mod">
          <ac:chgData name="Shadrack Symekah" userId="88fae6817ab4d794" providerId="LiveId" clId="{442149D2-9EDF-46CE-B41F-AC8DCBEDBBB8}" dt="2026-07-13T07:27:22.024" v="228" actId="2711"/>
          <ac:spMkLst>
            <pc:docMk/>
            <pc:sldMk cId="3364771680" sldId="276"/>
            <ac:spMk id="12" creationId="{31004A0C-DA2A-AA2F-AAE9-3F7034946C92}"/>
          </ac:spMkLst>
        </pc:spChg>
        <pc:spChg chg="mod">
          <ac:chgData name="Shadrack Symekah" userId="88fae6817ab4d794" providerId="LiveId" clId="{442149D2-9EDF-46CE-B41F-AC8DCBEDBBB8}" dt="2026-07-13T07:27:33.393" v="230" actId="403"/>
          <ac:spMkLst>
            <pc:docMk/>
            <pc:sldMk cId="3364771680" sldId="276"/>
            <ac:spMk id="17" creationId="{10808BF9-3CEF-1323-FC1D-B9B457F7A2A3}"/>
          </ac:spMkLst>
        </pc:spChg>
        <pc:graphicFrameChg chg="modGraphic">
          <ac:chgData name="Shadrack Symekah" userId="88fae6817ab4d794" providerId="LiveId" clId="{442149D2-9EDF-46CE-B41F-AC8DCBEDBBB8}" dt="2026-07-13T07:27:13.861" v="227" actId="403"/>
          <ac:graphicFrameMkLst>
            <pc:docMk/>
            <pc:sldMk cId="3364771680" sldId="276"/>
            <ac:graphicFrameMk id="13" creationId="{1C9F5EDC-3D38-BF77-9B1A-7BA6D36436A6}"/>
          </ac:graphicFrameMkLst>
        </pc:graphicFrameChg>
      </pc:sldChg>
      <pc:sldChg chg="addSp delSp modSp new mod">
        <pc:chgData name="Shadrack Symekah" userId="88fae6817ab4d794" providerId="LiveId" clId="{442149D2-9EDF-46CE-B41F-AC8DCBEDBBB8}" dt="2026-07-13T07:42:38.109" v="340" actId="20577"/>
        <pc:sldMkLst>
          <pc:docMk/>
          <pc:sldMk cId="692544474" sldId="277"/>
        </pc:sldMkLst>
        <pc:spChg chg="add mod">
          <ac:chgData name="Shadrack Symekah" userId="88fae6817ab4d794" providerId="LiveId" clId="{442149D2-9EDF-46CE-B41F-AC8DCBEDBBB8}" dt="2026-07-13T06:55:11.390" v="4" actId="1076"/>
          <ac:spMkLst>
            <pc:docMk/>
            <pc:sldMk cId="692544474" sldId="277"/>
            <ac:spMk id="3" creationId="{2BB31888-4E97-B2A4-D42D-DD5487EDA34F}"/>
          </ac:spMkLst>
        </pc:spChg>
        <pc:spChg chg="add mod">
          <ac:chgData name="Shadrack Symekah" userId="88fae6817ab4d794" providerId="LiveId" clId="{442149D2-9EDF-46CE-B41F-AC8DCBEDBBB8}" dt="2026-07-13T07:07:11.796" v="91" actId="403"/>
          <ac:spMkLst>
            <pc:docMk/>
            <pc:sldMk cId="692544474" sldId="277"/>
            <ac:spMk id="5" creationId="{C6DA21FA-D187-4A54-75D4-C97732EB936E}"/>
          </ac:spMkLst>
        </pc:spChg>
        <pc:spChg chg="add mod">
          <ac:chgData name="Shadrack Symekah" userId="88fae6817ab4d794" providerId="LiveId" clId="{442149D2-9EDF-46CE-B41F-AC8DCBEDBBB8}" dt="2026-07-13T06:58:32.163" v="31" actId="1076"/>
          <ac:spMkLst>
            <pc:docMk/>
            <pc:sldMk cId="692544474" sldId="277"/>
            <ac:spMk id="7" creationId="{131ABDAD-EDB3-5220-C6DF-D8E8F3738D3B}"/>
          </ac:spMkLst>
        </pc:spChg>
        <pc:spChg chg="add mod">
          <ac:chgData name="Shadrack Symekah" userId="88fae6817ab4d794" providerId="LiveId" clId="{442149D2-9EDF-46CE-B41F-AC8DCBEDBBB8}" dt="2026-07-13T06:56:14.880" v="13" actId="1076"/>
          <ac:spMkLst>
            <pc:docMk/>
            <pc:sldMk cId="692544474" sldId="277"/>
            <ac:spMk id="9" creationId="{F6881710-72C0-A03B-8F7D-481CBE7755D0}"/>
          </ac:spMkLst>
        </pc:spChg>
        <pc:spChg chg="add mod">
          <ac:chgData name="Shadrack Symekah" userId="88fae6817ab4d794" providerId="LiveId" clId="{442149D2-9EDF-46CE-B41F-AC8DCBEDBBB8}" dt="2026-07-13T07:07:11.796" v="91" actId="403"/>
          <ac:spMkLst>
            <pc:docMk/>
            <pc:sldMk cId="692544474" sldId="277"/>
            <ac:spMk id="11" creationId="{25C3AF6D-E789-16EC-84BC-A7B7B1DFF264}"/>
          </ac:spMkLst>
        </pc:spChg>
        <pc:spChg chg="add mod">
          <ac:chgData name="Shadrack Symekah" userId="88fae6817ab4d794" providerId="LiveId" clId="{442149D2-9EDF-46CE-B41F-AC8DCBEDBBB8}" dt="2026-07-13T06:57:48.268" v="26" actId="1076"/>
          <ac:spMkLst>
            <pc:docMk/>
            <pc:sldMk cId="692544474" sldId="277"/>
            <ac:spMk id="13" creationId="{FD51ADEA-F6A3-0DC8-D55D-4B9B6C56F1CB}"/>
          </ac:spMkLst>
        </pc:spChg>
        <pc:spChg chg="add mod">
          <ac:chgData name="Shadrack Symekah" userId="88fae6817ab4d794" providerId="LiveId" clId="{442149D2-9EDF-46CE-B41F-AC8DCBEDBBB8}" dt="2026-07-13T06:56:57.825" v="19" actId="1076"/>
          <ac:spMkLst>
            <pc:docMk/>
            <pc:sldMk cId="692544474" sldId="277"/>
            <ac:spMk id="15" creationId="{D2488FF1-F2D0-A38D-1B50-7DB07DA1D9EF}"/>
          </ac:spMkLst>
        </pc:spChg>
        <pc:spChg chg="add mod">
          <ac:chgData name="Shadrack Symekah" userId="88fae6817ab4d794" providerId="LiveId" clId="{442149D2-9EDF-46CE-B41F-AC8DCBEDBBB8}" dt="2026-07-13T06:57:12.218" v="21" actId="1076"/>
          <ac:spMkLst>
            <pc:docMk/>
            <pc:sldMk cId="692544474" sldId="277"/>
            <ac:spMk id="17" creationId="{068D9CF5-9E4E-F763-C8EA-35C4A1925CB4}"/>
          </ac:spMkLst>
        </pc:spChg>
        <pc:spChg chg="add mod">
          <ac:chgData name="Shadrack Symekah" userId="88fae6817ab4d794" providerId="LiveId" clId="{442149D2-9EDF-46CE-B41F-AC8DCBEDBBB8}" dt="2026-07-13T06:57:34.936" v="24" actId="1076"/>
          <ac:spMkLst>
            <pc:docMk/>
            <pc:sldMk cId="692544474" sldId="277"/>
            <ac:spMk id="19" creationId="{136606D8-66B8-BE59-2E73-7E5192652084}"/>
          </ac:spMkLst>
        </pc:spChg>
        <pc:spChg chg="add mod">
          <ac:chgData name="Shadrack Symekah" userId="88fae6817ab4d794" providerId="LiveId" clId="{442149D2-9EDF-46CE-B41F-AC8DCBEDBBB8}" dt="2026-07-13T07:07:11.796" v="91" actId="403"/>
          <ac:spMkLst>
            <pc:docMk/>
            <pc:sldMk cId="692544474" sldId="277"/>
            <ac:spMk id="21" creationId="{272F482F-7661-B206-D23E-C3D755E45911}"/>
          </ac:spMkLst>
        </pc:spChg>
        <pc:spChg chg="add">
          <ac:chgData name="Shadrack Symekah" userId="88fae6817ab4d794" providerId="LiveId" clId="{442149D2-9EDF-46CE-B41F-AC8DCBEDBBB8}" dt="2026-07-13T06:58:15.017" v="29" actId="22"/>
          <ac:spMkLst>
            <pc:docMk/>
            <pc:sldMk cId="692544474" sldId="277"/>
            <ac:spMk id="23" creationId="{BB3F9E57-A32E-5A48-DFA7-440308A27F4C}"/>
          </ac:spMkLst>
        </pc:spChg>
        <pc:spChg chg="add mod">
          <ac:chgData name="Shadrack Symekah" userId="88fae6817ab4d794" providerId="LiveId" clId="{442149D2-9EDF-46CE-B41F-AC8DCBEDBBB8}" dt="2026-07-13T06:58:54.377" v="34" actId="1076"/>
          <ac:spMkLst>
            <pc:docMk/>
            <pc:sldMk cId="692544474" sldId="277"/>
            <ac:spMk id="25" creationId="{86A3F83E-F0AE-690E-440A-01A1A2FF45C8}"/>
          </ac:spMkLst>
        </pc:spChg>
        <pc:spChg chg="add mod">
          <ac:chgData name="Shadrack Symekah" userId="88fae6817ab4d794" providerId="LiveId" clId="{442149D2-9EDF-46CE-B41F-AC8DCBEDBBB8}" dt="2026-07-13T07:07:11.796" v="91" actId="403"/>
          <ac:spMkLst>
            <pc:docMk/>
            <pc:sldMk cId="692544474" sldId="277"/>
            <ac:spMk id="27" creationId="{E56B5401-14BE-C56D-74D3-B8D872F938BD}"/>
          </ac:spMkLst>
        </pc:spChg>
        <pc:spChg chg="add">
          <ac:chgData name="Shadrack Symekah" userId="88fae6817ab4d794" providerId="LiveId" clId="{442149D2-9EDF-46CE-B41F-AC8DCBEDBBB8}" dt="2026-07-13T06:59:17.051" v="37" actId="22"/>
          <ac:spMkLst>
            <pc:docMk/>
            <pc:sldMk cId="692544474" sldId="277"/>
            <ac:spMk id="29" creationId="{8FACD249-B992-870C-A271-1C9EC99F4C78}"/>
          </ac:spMkLst>
        </pc:spChg>
        <pc:spChg chg="add mod">
          <ac:chgData name="Shadrack Symekah" userId="88fae6817ab4d794" providerId="LiveId" clId="{442149D2-9EDF-46CE-B41F-AC8DCBEDBBB8}" dt="2026-07-13T07:07:11.796" v="91" actId="403"/>
          <ac:spMkLst>
            <pc:docMk/>
            <pc:sldMk cId="692544474" sldId="277"/>
            <ac:spMk id="31" creationId="{CA41E918-41F0-EA4A-7872-ED599E06447A}"/>
          </ac:spMkLst>
        </pc:spChg>
        <pc:spChg chg="add mod">
          <ac:chgData name="Shadrack Symekah" userId="88fae6817ab4d794" providerId="LiveId" clId="{442149D2-9EDF-46CE-B41F-AC8DCBEDBBB8}" dt="2026-07-13T07:00:06.087" v="43" actId="20577"/>
          <ac:spMkLst>
            <pc:docMk/>
            <pc:sldMk cId="692544474" sldId="277"/>
            <ac:spMk id="33" creationId="{8EB884F1-959E-B210-922C-D995CC507937}"/>
          </ac:spMkLst>
        </pc:spChg>
        <pc:spChg chg="add">
          <ac:chgData name="Shadrack Symekah" userId="88fae6817ab4d794" providerId="LiveId" clId="{442149D2-9EDF-46CE-B41F-AC8DCBEDBBB8}" dt="2026-07-13T07:00:22.116" v="44" actId="22"/>
          <ac:spMkLst>
            <pc:docMk/>
            <pc:sldMk cId="692544474" sldId="277"/>
            <ac:spMk id="35" creationId="{B9944DFA-2A35-C044-2FD8-D22A8C14237D}"/>
          </ac:spMkLst>
        </pc:spChg>
        <pc:spChg chg="add mod">
          <ac:chgData name="Shadrack Symekah" userId="88fae6817ab4d794" providerId="LiveId" clId="{442149D2-9EDF-46CE-B41F-AC8DCBEDBBB8}" dt="2026-07-13T07:00:37.039" v="46" actId="1076"/>
          <ac:spMkLst>
            <pc:docMk/>
            <pc:sldMk cId="692544474" sldId="277"/>
            <ac:spMk id="37" creationId="{E26A1028-6F8A-D2BD-9762-17D7FCF878FB}"/>
          </ac:spMkLst>
        </pc:spChg>
        <pc:spChg chg="add mod">
          <ac:chgData name="Shadrack Symekah" userId="88fae6817ab4d794" providerId="LiveId" clId="{442149D2-9EDF-46CE-B41F-AC8DCBEDBBB8}" dt="2026-07-13T07:00:56.271" v="48" actId="1076"/>
          <ac:spMkLst>
            <pc:docMk/>
            <pc:sldMk cId="692544474" sldId="277"/>
            <ac:spMk id="39" creationId="{B6801D78-7E7F-A05E-1268-72C4CE0A35D7}"/>
          </ac:spMkLst>
        </pc:spChg>
        <pc:spChg chg="add">
          <ac:chgData name="Shadrack Symekah" userId="88fae6817ab4d794" providerId="LiveId" clId="{442149D2-9EDF-46CE-B41F-AC8DCBEDBBB8}" dt="2026-07-13T07:01:08.950" v="49" actId="22"/>
          <ac:spMkLst>
            <pc:docMk/>
            <pc:sldMk cId="692544474" sldId="277"/>
            <ac:spMk id="41" creationId="{5F0774D2-6130-6B8A-CB89-A2178FD2EA55}"/>
          </ac:spMkLst>
        </pc:spChg>
        <pc:spChg chg="add mod">
          <ac:chgData name="Shadrack Symekah" userId="88fae6817ab4d794" providerId="LiveId" clId="{442149D2-9EDF-46CE-B41F-AC8DCBEDBBB8}" dt="2026-07-13T07:01:32.446" v="51" actId="1076"/>
          <ac:spMkLst>
            <pc:docMk/>
            <pc:sldMk cId="692544474" sldId="277"/>
            <ac:spMk id="43" creationId="{8BEC954A-FB77-8859-964E-620DABEA7757}"/>
          </ac:spMkLst>
        </pc:spChg>
        <pc:spChg chg="add mod">
          <ac:chgData name="Shadrack Symekah" userId="88fae6817ab4d794" providerId="LiveId" clId="{442149D2-9EDF-46CE-B41F-AC8DCBEDBBB8}" dt="2026-07-13T07:01:52.596" v="53" actId="1076"/>
          <ac:spMkLst>
            <pc:docMk/>
            <pc:sldMk cId="692544474" sldId="277"/>
            <ac:spMk id="45" creationId="{AC845A2C-F04F-AC6B-5BB3-005B9371F813}"/>
          </ac:spMkLst>
        </pc:spChg>
        <pc:spChg chg="add">
          <ac:chgData name="Shadrack Symekah" userId="88fae6817ab4d794" providerId="LiveId" clId="{442149D2-9EDF-46CE-B41F-AC8DCBEDBBB8}" dt="2026-07-13T07:02:00.646" v="54" actId="22"/>
          <ac:spMkLst>
            <pc:docMk/>
            <pc:sldMk cId="692544474" sldId="277"/>
            <ac:spMk id="47" creationId="{1E289ACB-012E-1E8D-CF9B-D9D2164E4C92}"/>
          </ac:spMkLst>
        </pc:spChg>
        <pc:spChg chg="add mod">
          <ac:chgData name="Shadrack Symekah" userId="88fae6817ab4d794" providerId="LiveId" clId="{442149D2-9EDF-46CE-B41F-AC8DCBEDBBB8}" dt="2026-07-13T07:02:12.502" v="56" actId="1076"/>
          <ac:spMkLst>
            <pc:docMk/>
            <pc:sldMk cId="692544474" sldId="277"/>
            <ac:spMk id="49" creationId="{0141C752-27FB-5965-B1F1-96DF589D047D}"/>
          </ac:spMkLst>
        </pc:spChg>
        <pc:spChg chg="add mod">
          <ac:chgData name="Shadrack Symekah" userId="88fae6817ab4d794" providerId="LiveId" clId="{442149D2-9EDF-46CE-B41F-AC8DCBEDBBB8}" dt="2026-07-13T07:07:11.796" v="91" actId="403"/>
          <ac:spMkLst>
            <pc:docMk/>
            <pc:sldMk cId="692544474" sldId="277"/>
            <ac:spMk id="51" creationId="{48A8B719-F70D-B588-182A-BBFF1F951A17}"/>
          </ac:spMkLst>
        </pc:spChg>
        <pc:spChg chg="add">
          <ac:chgData name="Shadrack Symekah" userId="88fae6817ab4d794" providerId="LiveId" clId="{442149D2-9EDF-46CE-B41F-AC8DCBEDBBB8}" dt="2026-07-13T07:02:34.726" v="59" actId="22"/>
          <ac:spMkLst>
            <pc:docMk/>
            <pc:sldMk cId="692544474" sldId="277"/>
            <ac:spMk id="53" creationId="{BAB57A4C-6EB6-7CB6-BB05-64839420EA05}"/>
          </ac:spMkLst>
        </pc:spChg>
        <pc:spChg chg="add mod">
          <ac:chgData name="Shadrack Symekah" userId="88fae6817ab4d794" providerId="LiveId" clId="{442149D2-9EDF-46CE-B41F-AC8DCBEDBBB8}" dt="2026-07-13T07:07:11.796" v="91" actId="403"/>
          <ac:spMkLst>
            <pc:docMk/>
            <pc:sldMk cId="692544474" sldId="277"/>
            <ac:spMk id="55" creationId="{0129B11E-35E3-8EF3-0D2A-7FF8E2E828A2}"/>
          </ac:spMkLst>
        </pc:spChg>
        <pc:spChg chg="add mod">
          <ac:chgData name="Shadrack Symekah" userId="88fae6817ab4d794" providerId="LiveId" clId="{442149D2-9EDF-46CE-B41F-AC8DCBEDBBB8}" dt="2026-07-13T07:03:07.450" v="63" actId="1076"/>
          <ac:spMkLst>
            <pc:docMk/>
            <pc:sldMk cId="692544474" sldId="277"/>
            <ac:spMk id="57" creationId="{921AAA57-8F8C-E8AF-7C9B-9FA366E52141}"/>
          </ac:spMkLst>
        </pc:spChg>
        <pc:spChg chg="add del mod">
          <ac:chgData name="Shadrack Symekah" userId="88fae6817ab4d794" providerId="LiveId" clId="{442149D2-9EDF-46CE-B41F-AC8DCBEDBBB8}" dt="2026-07-13T07:03:27.721" v="67" actId="478"/>
          <ac:spMkLst>
            <pc:docMk/>
            <pc:sldMk cId="692544474" sldId="277"/>
            <ac:spMk id="59" creationId="{69AF819E-7BFF-FF3F-AF01-81E68AF6F0FB}"/>
          </ac:spMkLst>
        </pc:spChg>
        <pc:spChg chg="add mod">
          <ac:chgData name="Shadrack Symekah" userId="88fae6817ab4d794" providerId="LiveId" clId="{442149D2-9EDF-46CE-B41F-AC8DCBEDBBB8}" dt="2026-07-13T07:03:48.371" v="69" actId="1076"/>
          <ac:spMkLst>
            <pc:docMk/>
            <pc:sldMk cId="692544474" sldId="277"/>
            <ac:spMk id="61" creationId="{BCF06065-9371-2934-9D44-AA3AADC9823D}"/>
          </ac:spMkLst>
        </pc:spChg>
        <pc:spChg chg="add mod">
          <ac:chgData name="Shadrack Symekah" userId="88fae6817ab4d794" providerId="LiveId" clId="{442149D2-9EDF-46CE-B41F-AC8DCBEDBBB8}" dt="2026-07-13T07:04:21.955" v="73" actId="1076"/>
          <ac:spMkLst>
            <pc:docMk/>
            <pc:sldMk cId="692544474" sldId="277"/>
            <ac:spMk id="63" creationId="{2390D712-B1F8-A7F2-E89A-0EF742BD7F88}"/>
          </ac:spMkLst>
        </pc:spChg>
        <pc:spChg chg="add mod">
          <ac:chgData name="Shadrack Symekah" userId="88fae6817ab4d794" providerId="LiveId" clId="{442149D2-9EDF-46CE-B41F-AC8DCBEDBBB8}" dt="2026-07-13T07:04:26.814" v="74" actId="1076"/>
          <ac:spMkLst>
            <pc:docMk/>
            <pc:sldMk cId="692544474" sldId="277"/>
            <ac:spMk id="65" creationId="{4A6261E8-7476-A0AD-B54B-E6E6BAD3C9E2}"/>
          </ac:spMkLst>
        </pc:spChg>
        <pc:spChg chg="add mod">
          <ac:chgData name="Shadrack Symekah" userId="88fae6817ab4d794" providerId="LiveId" clId="{442149D2-9EDF-46CE-B41F-AC8DCBEDBBB8}" dt="2026-07-13T07:04:38.785" v="77" actId="1076"/>
          <ac:spMkLst>
            <pc:docMk/>
            <pc:sldMk cId="692544474" sldId="277"/>
            <ac:spMk id="67" creationId="{74854E6F-10B7-6D55-FB28-563B0761350B}"/>
          </ac:spMkLst>
        </pc:spChg>
        <pc:spChg chg="add mod">
          <ac:chgData name="Shadrack Symekah" userId="88fae6817ab4d794" providerId="LiveId" clId="{442149D2-9EDF-46CE-B41F-AC8DCBEDBBB8}" dt="2026-07-13T07:05:03.954" v="79" actId="1076"/>
          <ac:spMkLst>
            <pc:docMk/>
            <pc:sldMk cId="692544474" sldId="277"/>
            <ac:spMk id="69" creationId="{8B0414A5-ED7B-9196-696F-D291AE5DCE8F}"/>
          </ac:spMkLst>
        </pc:spChg>
        <pc:spChg chg="add mod">
          <ac:chgData name="Shadrack Symekah" userId="88fae6817ab4d794" providerId="LiveId" clId="{442149D2-9EDF-46CE-B41F-AC8DCBEDBBB8}" dt="2026-07-13T07:07:11.796" v="91" actId="403"/>
          <ac:spMkLst>
            <pc:docMk/>
            <pc:sldMk cId="692544474" sldId="277"/>
            <ac:spMk id="71" creationId="{A3A08939-9FE3-1B71-0FC0-A7B5D7CEB072}"/>
          </ac:spMkLst>
        </pc:spChg>
        <pc:spChg chg="add mod">
          <ac:chgData name="Shadrack Symekah" userId="88fae6817ab4d794" providerId="LiveId" clId="{442149D2-9EDF-46CE-B41F-AC8DCBEDBBB8}" dt="2026-07-13T07:05:58.141" v="84" actId="1076"/>
          <ac:spMkLst>
            <pc:docMk/>
            <pc:sldMk cId="692544474" sldId="277"/>
            <ac:spMk id="73" creationId="{DE54FA04-424B-AD9E-A02F-2C03777ECFAE}"/>
          </ac:spMkLst>
        </pc:spChg>
        <pc:spChg chg="add mod">
          <ac:chgData name="Shadrack Symekah" userId="88fae6817ab4d794" providerId="LiveId" clId="{442149D2-9EDF-46CE-B41F-AC8DCBEDBBB8}" dt="2026-07-13T07:07:11.796" v="91" actId="403"/>
          <ac:spMkLst>
            <pc:docMk/>
            <pc:sldMk cId="692544474" sldId="277"/>
            <ac:spMk id="75" creationId="{0024C775-27F6-2FBB-E0BC-13BC050EB3D9}"/>
          </ac:spMkLst>
        </pc:spChg>
        <pc:spChg chg="add mod">
          <ac:chgData name="Shadrack Symekah" userId="88fae6817ab4d794" providerId="LiveId" clId="{442149D2-9EDF-46CE-B41F-AC8DCBEDBBB8}" dt="2026-07-13T07:07:11.796" v="91" actId="403"/>
          <ac:spMkLst>
            <pc:docMk/>
            <pc:sldMk cId="692544474" sldId="277"/>
            <ac:spMk id="77" creationId="{F8B15E03-AF57-542B-4AD3-9B636B2A928C}"/>
          </ac:spMkLst>
        </pc:spChg>
        <pc:spChg chg="add del">
          <ac:chgData name="Shadrack Symekah" userId="88fae6817ab4d794" providerId="LiveId" clId="{442149D2-9EDF-46CE-B41F-AC8DCBEDBBB8}" dt="2026-07-13T07:42:11.238" v="336" actId="22"/>
          <ac:spMkLst>
            <pc:docMk/>
            <pc:sldMk cId="692544474" sldId="277"/>
            <ac:spMk id="79" creationId="{AA8EA157-FBC2-8AEA-F6FB-5AEEE8FCEB60}"/>
          </ac:spMkLst>
        </pc:spChg>
        <pc:spChg chg="add mod">
          <ac:chgData name="Shadrack Symekah" userId="88fae6817ab4d794" providerId="LiveId" clId="{442149D2-9EDF-46CE-B41F-AC8DCBEDBBB8}" dt="2026-07-13T07:42:38.109" v="340" actId="20577"/>
          <ac:spMkLst>
            <pc:docMk/>
            <pc:sldMk cId="692544474" sldId="277"/>
            <ac:spMk id="81" creationId="{A4F7FD6F-65E6-A91B-C386-A7D07E8CE516}"/>
          </ac:spMkLst>
        </pc:spChg>
      </pc:sldChg>
      <pc:sldChg chg="add del">
        <pc:chgData name="Shadrack Symekah" userId="88fae6817ab4d794" providerId="LiveId" clId="{442149D2-9EDF-46CE-B41F-AC8DCBEDBBB8}" dt="2026-07-13T06:54:49.284" v="1" actId="2696"/>
        <pc:sldMkLst>
          <pc:docMk/>
          <pc:sldMk cId="2198965974" sldId="27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Cramér's V</c:v>
                </c:pt>
              </c:strCache>
            </c:strRef>
          </c:tx>
          <c:spPr>
            <a:solidFill>
              <a:srgbClr val="0E3B3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E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Fertility history (has_given_birth)</c:v>
                </c:pt>
                <c:pt idx="1">
                  <c:v>County / geography</c:v>
                </c:pt>
                <c:pt idx="2">
                  <c:v>Union status (is_in_union)</c:v>
                </c:pt>
                <c:pt idx="3">
                  <c:v>Wealth index</c:v>
                </c:pt>
                <c:pt idx="4">
                  <c:v>Education level</c:v>
                </c:pt>
                <c:pt idx="5">
                  <c:v>Religion</c:v>
                </c:pt>
                <c:pt idx="6">
                  <c:v>Residence type (urban/rural)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0.41</c:v>
                </c:pt>
                <c:pt idx="1">
                  <c:v>0.37</c:v>
                </c:pt>
                <c:pt idx="2">
                  <c:v>0.23499999999999999</c:v>
                </c:pt>
                <c:pt idx="3">
                  <c:v>0.19</c:v>
                </c:pt>
                <c:pt idx="4">
                  <c:v>0.17</c:v>
                </c:pt>
                <c:pt idx="5">
                  <c:v>0.09</c:v>
                </c:pt>
                <c:pt idx="6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E2-4B93-9512-A4CEEFAC2A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E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E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10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1C435-80A4-0792-99D1-41D0F7DEB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47DFC-FBB9-75F9-CEBB-0F37BD13D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2C4BE-B64C-7116-9501-22203E1BE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210ED-A5EA-C134-FC16-C1E7C1891F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979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3B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12188952" cy="1965960"/>
          </a:xfrm>
          <a:prstGeom prst="rect">
            <a:avLst/>
          </a:prstGeom>
          <a:solidFill>
            <a:srgbClr val="1447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KDHS 2022: Predicting Contraceptive Use</a:t>
            </a:r>
            <a:endParaRPr lang="en-US" sz="4800" dirty="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E3DC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Data Cleaning · EDA · Modelling · Explainability · Deployment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2926080" cy="0"/>
          </a:xfrm>
          <a:prstGeom prst="line">
            <a:avLst/>
          </a:prstGeom>
          <a:noFill/>
          <a:ln w="25400">
            <a:solidFill>
              <a:srgbClr val="E268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66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Claire Simiyu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0" y="5166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Antony Sila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55280" y="5166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David Theuri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5760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Shadrack Symekah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0" y="5760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Joy </a:t>
            </a:r>
            <a:r>
              <a:rPr lang="en-US" sz="1600" dirty="0" err="1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Nyuguto</a:t>
            </a:r>
            <a:r>
              <a:rPr lang="en-US" sz="160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 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55280" y="5760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Martin </a:t>
            </a:r>
            <a:r>
              <a:rPr lang="en-US" sz="1600" dirty="0" err="1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Kitema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86384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FE3DC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Live API:  kdhs-contraceptive-api.onrender.com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01 / 22</a:t>
            </a:r>
            <a:endParaRPr lang="en-US" sz="105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B31888-4E97-B2A4-D42D-DD5487EDA34F}"/>
              </a:ext>
            </a:extLst>
          </p:cNvPr>
          <p:cNvSpPr txBox="1"/>
          <p:nvPr/>
        </p:nvSpPr>
        <p:spPr>
          <a:xfrm>
            <a:off x="355369" y="172610"/>
            <a:ext cx="6097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BUSINESS UNDERSTANDING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DA21FA-D187-4A54-75D4-C97732EB936E}"/>
              </a:ext>
            </a:extLst>
          </p:cNvPr>
          <p:cNvSpPr txBox="1"/>
          <p:nvPr/>
        </p:nvSpPr>
        <p:spPr>
          <a:xfrm>
            <a:off x="355368" y="434220"/>
            <a:ext cx="97445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3B3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Problem Statement &amp; Stakeholders</a:t>
            </a:r>
            <a:endParaRPr lang="en-US" sz="3200" dirty="0">
              <a:latin typeface="Georgia" panose="02040502050405020303" pitchFamily="18" charset="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31ABDAD-EDB3-5220-C6DF-D8E8F3738D3B}"/>
              </a:ext>
            </a:extLst>
          </p:cNvPr>
          <p:cNvSpPr/>
          <p:nvPr/>
        </p:nvSpPr>
        <p:spPr>
          <a:xfrm>
            <a:off x="355366" y="1019147"/>
            <a:ext cx="6492240" cy="4160520"/>
          </a:xfrm>
          <a:prstGeom prst="roundRect">
            <a:avLst>
              <a:gd name="adj" fmla="val 2198"/>
            </a:avLst>
          </a:prstGeom>
          <a:solidFill>
            <a:srgbClr val="F6F3EC"/>
          </a:solidFill>
          <a:ln/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881710-72C0-A03B-8F7D-481CBE7755D0}"/>
              </a:ext>
            </a:extLst>
          </p:cNvPr>
          <p:cNvSpPr txBox="1"/>
          <p:nvPr/>
        </p:nvSpPr>
        <p:spPr>
          <a:xfrm>
            <a:off x="355369" y="1249828"/>
            <a:ext cx="6097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Problem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C3AF6D-E789-16EC-84BC-A7B7B1DFF264}"/>
              </a:ext>
            </a:extLst>
          </p:cNvPr>
          <p:cNvSpPr txBox="1"/>
          <p:nvPr/>
        </p:nvSpPr>
        <p:spPr>
          <a:xfrm>
            <a:off x="355367" y="1640044"/>
            <a:ext cx="60973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Kenya's modern contraceptive prevalence rate is ~60% nationally — but that average hides major geographic and socioeconomic inequality. In arid and semi-arid counties (Turkana, West Pokot, Mandera), uptake falls 20–30 points below the national average.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51ADEA-F6A3-0DC8-D55D-4B9B6C56F1CB}"/>
              </a:ext>
            </a:extLst>
          </p:cNvPr>
          <p:cNvSpPr txBox="1"/>
          <p:nvPr/>
        </p:nvSpPr>
        <p:spPr>
          <a:xfrm>
            <a:off x="355366" y="2484230"/>
            <a:ext cx="60973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Without data-driven segmentation of at-risk populations, health interventions get spread uniformly rather than targeted where they're needed most.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488FF1-F2D0-A38D-1B50-7DB07DA1D9EF}"/>
              </a:ext>
            </a:extLst>
          </p:cNvPr>
          <p:cNvSpPr txBox="1"/>
          <p:nvPr/>
        </p:nvSpPr>
        <p:spPr>
          <a:xfrm>
            <a:off x="355369" y="3322818"/>
            <a:ext cx="6097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Objective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8D9CF5-9E4E-F763-C8EA-35C4A1925CB4}"/>
              </a:ext>
            </a:extLst>
          </p:cNvPr>
          <p:cNvSpPr txBox="1"/>
          <p:nvPr/>
        </p:nvSpPr>
        <p:spPr>
          <a:xfrm>
            <a:off x="355367" y="3686769"/>
            <a:ext cx="60973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Build a model that predicts contraceptive use among Kenyan women aged 15–49 using sociodemographic features, and identify which factors most strongly drive or prevent modern-method uptake.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136606D8-66B8-BE59-2E73-7E5192652084}"/>
              </a:ext>
            </a:extLst>
          </p:cNvPr>
          <p:cNvSpPr/>
          <p:nvPr/>
        </p:nvSpPr>
        <p:spPr>
          <a:xfrm>
            <a:off x="7447511" y="1149309"/>
            <a:ext cx="4389120" cy="5074920"/>
          </a:xfrm>
          <a:prstGeom prst="roundRect">
            <a:avLst>
              <a:gd name="adj" fmla="val 2083"/>
            </a:avLst>
          </a:prstGeom>
          <a:solidFill>
            <a:srgbClr val="0E3B36"/>
          </a:solidFill>
          <a:ln/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2F482F-7661-B206-D23E-C3D755E45911}"/>
              </a:ext>
            </a:extLst>
          </p:cNvPr>
          <p:cNvSpPr txBox="1"/>
          <p:nvPr/>
        </p:nvSpPr>
        <p:spPr>
          <a:xfrm>
            <a:off x="7529253" y="1378434"/>
            <a:ext cx="6097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Who Uses This Model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BB3F9E57-A32E-5A48-DFA7-440308A27F4C}"/>
              </a:ext>
            </a:extLst>
          </p:cNvPr>
          <p:cNvSpPr/>
          <p:nvPr/>
        </p:nvSpPr>
        <p:spPr>
          <a:xfrm>
            <a:off x="7498080" y="17830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A3F83E-F0AE-690E-440A-01A1A2FF45C8}"/>
              </a:ext>
            </a:extLst>
          </p:cNvPr>
          <p:cNvSpPr txBox="1"/>
          <p:nvPr/>
        </p:nvSpPr>
        <p:spPr>
          <a:xfrm>
            <a:off x="7634332" y="1734517"/>
            <a:ext cx="6811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Kenya MoH — Reproductive Health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6B5401-14BE-C56D-74D3-B8D872F938BD}"/>
              </a:ext>
            </a:extLst>
          </p:cNvPr>
          <p:cNvSpPr txBox="1"/>
          <p:nvPr/>
        </p:nvSpPr>
        <p:spPr>
          <a:xfrm>
            <a:off x="7634332" y="2003821"/>
            <a:ext cx="72220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Allocate field officers and resources to highest-non-use groups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8FACD249-B992-870C-A271-1C9EC99F4C78}"/>
              </a:ext>
            </a:extLst>
          </p:cNvPr>
          <p:cNvSpPr/>
          <p:nvPr/>
        </p:nvSpPr>
        <p:spPr>
          <a:xfrm>
            <a:off x="7498080" y="24963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41E918-41F0-EA4A-7872-ED599E06447A}"/>
              </a:ext>
            </a:extLst>
          </p:cNvPr>
          <p:cNvSpPr txBox="1"/>
          <p:nvPr/>
        </p:nvSpPr>
        <p:spPr>
          <a:xfrm>
            <a:off x="7626096" y="2425668"/>
            <a:ext cx="7429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County Health Management Teams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B884F1-959E-B210-922C-D995CC507937}"/>
              </a:ext>
            </a:extLst>
          </p:cNvPr>
          <p:cNvSpPr txBox="1"/>
          <p:nvPr/>
        </p:nvSpPr>
        <p:spPr>
          <a:xfrm>
            <a:off x="7634332" y="2709646"/>
            <a:ext cx="75268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Generate county-specific risk profiles for local outreach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B9944DFA-2A35-C044-2FD8-D22A8C14237D}"/>
              </a:ext>
            </a:extLst>
          </p:cNvPr>
          <p:cNvSpPr/>
          <p:nvPr/>
        </p:nvSpPr>
        <p:spPr>
          <a:xfrm>
            <a:off x="7498080" y="320954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6A1028-6F8A-D2BD-9762-17D7FCF878FB}"/>
              </a:ext>
            </a:extLst>
          </p:cNvPr>
          <p:cNvSpPr txBox="1"/>
          <p:nvPr/>
        </p:nvSpPr>
        <p:spPr>
          <a:xfrm>
            <a:off x="7634332" y="3188166"/>
            <a:ext cx="7581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UNFPA Kenya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801D78-7E7F-A05E-1268-72C4CE0A35D7}"/>
              </a:ext>
            </a:extLst>
          </p:cNvPr>
          <p:cNvSpPr txBox="1"/>
          <p:nvPr/>
        </p:nvSpPr>
        <p:spPr>
          <a:xfrm>
            <a:off x="7634332" y="3495450"/>
            <a:ext cx="76073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Target funding and technical assistance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5F0774D2-6130-6B8A-CB89-A2178FD2EA55}"/>
              </a:ext>
            </a:extLst>
          </p:cNvPr>
          <p:cNvSpPr/>
          <p:nvPr/>
        </p:nvSpPr>
        <p:spPr>
          <a:xfrm>
            <a:off x="7498080" y="39227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EC954A-FB77-8859-964E-620DABEA7757}"/>
              </a:ext>
            </a:extLst>
          </p:cNvPr>
          <p:cNvSpPr txBox="1"/>
          <p:nvPr/>
        </p:nvSpPr>
        <p:spPr>
          <a:xfrm>
            <a:off x="7634332" y="3886824"/>
            <a:ext cx="76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USAID Kenya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845A2C-F04F-AC6B-5BB3-005B9371F813}"/>
              </a:ext>
            </a:extLst>
          </p:cNvPr>
          <p:cNvSpPr txBox="1"/>
          <p:nvPr/>
        </p:nvSpPr>
        <p:spPr>
          <a:xfrm>
            <a:off x="7634332" y="4194108"/>
            <a:ext cx="76284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Evaluate </a:t>
            </a:r>
            <a:r>
              <a:rPr lang="en-US" sz="1050" dirty="0" err="1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programme</a:t>
            </a:r>
            <a:r>
              <a:rPr lang="en-US" sz="105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 effectiveness, redirect investment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47" name="Shape 30">
            <a:extLst>
              <a:ext uri="{FF2B5EF4-FFF2-40B4-BE49-F238E27FC236}">
                <a16:creationId xmlns:a16="http://schemas.microsoft.com/office/drawing/2014/main" id="{1E289ACB-012E-1E8D-CF9B-D9D2164E4C92}"/>
              </a:ext>
            </a:extLst>
          </p:cNvPr>
          <p:cNvSpPr/>
          <p:nvPr/>
        </p:nvSpPr>
        <p:spPr>
          <a:xfrm>
            <a:off x="7498080" y="46360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41C752-27FB-5965-B1F1-96DF589D047D}"/>
              </a:ext>
            </a:extLst>
          </p:cNvPr>
          <p:cNvSpPr txBox="1"/>
          <p:nvPr/>
        </p:nvSpPr>
        <p:spPr>
          <a:xfrm>
            <a:off x="7676665" y="4611285"/>
            <a:ext cx="7632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FP2030 </a:t>
            </a:r>
            <a:r>
              <a:rPr lang="en-US" sz="1200" b="1" dirty="0" err="1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Programme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A8B719-F70D-B588-182A-BBFF1F951A17}"/>
              </a:ext>
            </a:extLst>
          </p:cNvPr>
          <p:cNvSpPr txBox="1"/>
          <p:nvPr/>
        </p:nvSpPr>
        <p:spPr>
          <a:xfrm>
            <a:off x="7653866" y="4918569"/>
            <a:ext cx="76538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Monitor progress toward family planning targets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53" name="Shape 33">
            <a:extLst>
              <a:ext uri="{FF2B5EF4-FFF2-40B4-BE49-F238E27FC236}">
                <a16:creationId xmlns:a16="http://schemas.microsoft.com/office/drawing/2014/main" id="{BAB57A4C-6EB6-7CB6-BB05-64839420EA05}"/>
              </a:ext>
            </a:extLst>
          </p:cNvPr>
          <p:cNvSpPr/>
          <p:nvPr/>
        </p:nvSpPr>
        <p:spPr>
          <a:xfrm>
            <a:off x="7498080" y="53492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29B11E-35E3-8EF3-0D2A-7FF8E2E828A2}"/>
              </a:ext>
            </a:extLst>
          </p:cNvPr>
          <p:cNvSpPr txBox="1"/>
          <p:nvPr/>
        </p:nvSpPr>
        <p:spPr>
          <a:xfrm>
            <a:off x="7666082" y="5325881"/>
            <a:ext cx="76538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Community Health Promoters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1AAA57-8F8C-E8AF-7C9B-9FA366E52141}"/>
              </a:ext>
            </a:extLst>
          </p:cNvPr>
          <p:cNvSpPr txBox="1"/>
          <p:nvPr/>
        </p:nvSpPr>
        <p:spPr>
          <a:xfrm>
            <a:off x="7676665" y="5663485"/>
            <a:ext cx="76581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dirty="0" err="1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Prioritise</a:t>
            </a:r>
            <a:r>
              <a:rPr lang="en-US" sz="105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 household visits using county risk scores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BCF06065-9371-2934-9D44-AA3AADC9823D}"/>
              </a:ext>
            </a:extLst>
          </p:cNvPr>
          <p:cNvSpPr/>
          <p:nvPr/>
        </p:nvSpPr>
        <p:spPr>
          <a:xfrm>
            <a:off x="355366" y="5468137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0E3B36"/>
          </a:solidFill>
          <a:ln/>
        </p:spPr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2390D712-B1F8-A7F2-E89A-0EF742BD7F88}"/>
              </a:ext>
            </a:extLst>
          </p:cNvPr>
          <p:cNvSpPr/>
          <p:nvPr/>
        </p:nvSpPr>
        <p:spPr>
          <a:xfrm>
            <a:off x="2017649" y="5498226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0E3B36"/>
          </a:solidFill>
          <a:ln/>
        </p:spPr>
      </p:sp>
      <p:sp>
        <p:nvSpPr>
          <p:cNvPr id="65" name="Shape 10">
            <a:extLst>
              <a:ext uri="{FF2B5EF4-FFF2-40B4-BE49-F238E27FC236}">
                <a16:creationId xmlns:a16="http://schemas.microsoft.com/office/drawing/2014/main" id="{4A6261E8-7476-A0AD-B54B-E6E6BAD3C9E2}"/>
              </a:ext>
            </a:extLst>
          </p:cNvPr>
          <p:cNvSpPr/>
          <p:nvPr/>
        </p:nvSpPr>
        <p:spPr>
          <a:xfrm>
            <a:off x="3720149" y="5477256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0E3B36"/>
          </a:solidFill>
          <a:ln/>
        </p:spPr>
      </p:sp>
      <p:sp>
        <p:nvSpPr>
          <p:cNvPr id="67" name="Shape 10">
            <a:extLst>
              <a:ext uri="{FF2B5EF4-FFF2-40B4-BE49-F238E27FC236}">
                <a16:creationId xmlns:a16="http://schemas.microsoft.com/office/drawing/2014/main" id="{74854E6F-10B7-6D55-FB28-563B0761350B}"/>
              </a:ext>
            </a:extLst>
          </p:cNvPr>
          <p:cNvSpPr/>
          <p:nvPr/>
        </p:nvSpPr>
        <p:spPr>
          <a:xfrm>
            <a:off x="5329631" y="5483002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0E3B36"/>
          </a:solidFill>
          <a:ln/>
        </p:spPr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0414A5-ED7B-9196-696F-D291AE5DCE8F}"/>
              </a:ext>
            </a:extLst>
          </p:cNvPr>
          <p:cNvSpPr txBox="1"/>
          <p:nvPr/>
        </p:nvSpPr>
        <p:spPr>
          <a:xfrm>
            <a:off x="455083" y="5551916"/>
            <a:ext cx="76665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Class imbalance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A08939-9FE3-1B71-0FC0-A7B5D7CEB072}"/>
              </a:ext>
            </a:extLst>
          </p:cNvPr>
          <p:cNvSpPr txBox="1"/>
          <p:nvPr/>
        </p:nvSpPr>
        <p:spPr>
          <a:xfrm>
            <a:off x="-1084114" y="5563457"/>
            <a:ext cx="76665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High dimensionality</a:t>
            </a: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E54FA04-424B-AD9E-A02F-2C03777ECFAE}"/>
              </a:ext>
            </a:extLst>
          </p:cNvPr>
          <p:cNvSpPr txBox="1"/>
          <p:nvPr/>
        </p:nvSpPr>
        <p:spPr>
          <a:xfrm>
            <a:off x="3720149" y="5588171"/>
            <a:ext cx="82084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Multicollinearity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24C775-27F6-2FBB-E0BC-13BC050EB3D9}"/>
              </a:ext>
            </a:extLst>
          </p:cNvPr>
          <p:cNvSpPr txBox="1"/>
          <p:nvPr/>
        </p:nvSpPr>
        <p:spPr>
          <a:xfrm>
            <a:off x="5382432" y="5595185"/>
            <a:ext cx="82084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Categorical encoding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B15E03-AF57-542B-4AD3-9B636B2A928C}"/>
              </a:ext>
            </a:extLst>
          </p:cNvPr>
          <p:cNvSpPr txBox="1"/>
          <p:nvPr/>
        </p:nvSpPr>
        <p:spPr>
          <a:xfrm>
            <a:off x="347453" y="6386959"/>
            <a:ext cx="8305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4F7FD6F-65E6-A91B-C386-A7D07E8CE516}"/>
              </a:ext>
            </a:extLst>
          </p:cNvPr>
          <p:cNvSpPr txBox="1"/>
          <p:nvPr/>
        </p:nvSpPr>
        <p:spPr>
          <a:xfrm>
            <a:off x="3816351" y="6461562"/>
            <a:ext cx="82084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02 / 22</a:t>
            </a:r>
            <a:endParaRPr lang="en-US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544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3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PROBLEM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One country. Two realities.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846320" cy="3291840"/>
          </a:xfrm>
          <a:prstGeom prst="roundRect">
            <a:avLst>
              <a:gd name="adj" fmla="val 3333"/>
            </a:avLst>
          </a:prstGeom>
          <a:solidFill>
            <a:srgbClr val="14474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6FCBB0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57%</a:t>
            </a:r>
            <a:endParaRPr lang="en-US" sz="7200" dirty="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EMBU COUNTY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36118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modern contraceptive use among women 15–49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92240" y="1737360"/>
            <a:ext cx="4846320" cy="3291840"/>
          </a:xfrm>
          <a:prstGeom prst="roundRect">
            <a:avLst>
              <a:gd name="adj" fmla="val 3333"/>
            </a:avLst>
          </a:prstGeom>
          <a:solidFill>
            <a:srgbClr val="144742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9659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2683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1.2%</a:t>
            </a:r>
            <a:endParaRPr lang="en-US" sz="7200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2240" y="3246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MANDERA COUNTY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0" y="36118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modern contraceptive use among women 15–49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EDECE3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A 56-percentage-point gap between two counties in the same country — that gap is our hook, and the reason this project exists.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03 / 22</a:t>
            </a:r>
            <a:endParaRPr lang="en-US" sz="1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APPROACH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3B3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A single reproducible pipeline — from raw KDHS survey codes to a live prediction API.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0E3B3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3504" y="336499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32,156 raw KDHS records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11680" y="3063240"/>
            <a:ext cx="374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176272" y="27432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1F6F6B"/>
          </a:solidFill>
          <a:ln/>
        </p:spPr>
      </p:sp>
      <p:sp>
        <p:nvSpPr>
          <p:cNvPr id="10" name="Text 8"/>
          <p:cNvSpPr/>
          <p:nvPr/>
        </p:nvSpPr>
        <p:spPr>
          <a:xfrm>
            <a:off x="2176272" y="2880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31136" y="336499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Decode</a:t>
            </a:r>
            <a:r>
              <a:rPr lang="en-US" sz="10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, </a:t>
            </a:r>
            <a:r>
              <a:rPr lang="en-US" sz="105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validate</a:t>
            </a:r>
            <a:r>
              <a:rPr lang="en-US" sz="10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, no leakage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39312" y="3063240"/>
            <a:ext cx="374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03904" y="27432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0E3B36"/>
          </a:solidFill>
          <a:ln/>
        </p:spPr>
      </p:sp>
      <p:sp>
        <p:nvSpPr>
          <p:cNvPr id="14" name="Text 12"/>
          <p:cNvSpPr/>
          <p:nvPr/>
        </p:nvSpPr>
        <p:spPr>
          <a:xfrm>
            <a:off x="3803904" y="2880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58768" y="336499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Univariate → multivariate EDA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66944" y="3063240"/>
            <a:ext cx="374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31536" y="27432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1F6F6B"/>
          </a:solidFill>
          <a:ln/>
        </p:spPr>
      </p:sp>
      <p:sp>
        <p:nvSpPr>
          <p:cNvPr id="18" name="Text 16"/>
          <p:cNvSpPr/>
          <p:nvPr/>
        </p:nvSpPr>
        <p:spPr>
          <a:xfrm>
            <a:off x="5431536" y="2880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0" y="336499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20 → 37 features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94576" y="3063240"/>
            <a:ext cx="374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059168" y="27432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0E3B36"/>
          </a:solidFill>
          <a:ln/>
        </p:spPr>
      </p:sp>
      <p:sp>
        <p:nvSpPr>
          <p:cNvPr id="22" name="Text 20"/>
          <p:cNvSpPr/>
          <p:nvPr/>
        </p:nvSpPr>
        <p:spPr>
          <a:xfrm>
            <a:off x="7059168" y="2880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14032" y="336499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5 models, SMOTE-balanced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22208" y="3063240"/>
            <a:ext cx="374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686800" y="27432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1F6F6B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2880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Explain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741664" y="336499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SHAP on 1,500 respondents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149840" y="3063240"/>
            <a:ext cx="374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314432" y="27432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0E3B36"/>
          </a:solidFill>
          <a:ln/>
        </p:spPr>
      </p:sp>
      <p:sp>
        <p:nvSpPr>
          <p:cNvPr id="30" name="Text 28"/>
          <p:cNvSpPr/>
          <p:nvPr/>
        </p:nvSpPr>
        <p:spPr>
          <a:xfrm>
            <a:off x="10314432" y="2880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369296" y="336499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Flask API on Render.com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864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CRISP-DM methodology  ·  Python · scikit-learn · LightGBM · SHAP · Flask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04 / 22</a:t>
            </a:r>
            <a:endParaRPr lang="en-US" sz="105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DATA UNDERSTANDING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323474"/>
              </p:ext>
            </p:extLst>
          </p:nvPr>
        </p:nvGraphicFramePr>
        <p:xfrm>
          <a:off x="548640" y="1371600"/>
          <a:ext cx="7863840" cy="3453107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Source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Detail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Survey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2022 Kenya Demographic and Health Survey (KDHS) — Women's Questionnaire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Respondents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32,156 women aged 15–49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Geographic coverage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All 47 counties of Kenya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Target variable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contraceptive_use — 4 classes: No method, Modern, Traditional, Folkloric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Raw dimensionality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5,925 survey columns → 17 theory-selected fields as the modelling base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8732520" y="1371600"/>
            <a:ext cx="2880360" cy="3566160"/>
          </a:xfrm>
          <a:prstGeom prst="roundRect">
            <a:avLst>
              <a:gd name="adj" fmla="val 3175"/>
            </a:avLst>
          </a:prstGeom>
          <a:solidFill>
            <a:srgbClr val="F6F3EC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0" y="1508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DHS 2022?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15400" y="1920240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It is the most detailed, nationally representative </a:t>
            </a:r>
            <a:r>
              <a:rPr lang="en-US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snapshot</a:t>
            </a:r>
            <a:r>
              <a:rPr lang="en-US" sz="140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 of Kenyan women's reproductive health available — the only dataset with the geographic granularity to see county-level inequality directly.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05 / 22</a:t>
            </a:r>
            <a:endParaRPr lang="en-US" sz="1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2683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Are These Women? — Modern Use by County</a:t>
            </a:r>
            <a:endParaRPr lang="en-US" sz="3000" dirty="0"/>
          </a:p>
        </p:txBody>
      </p:sp>
      <p:pic>
        <p:nvPicPr>
          <p:cNvPr id="4" name="Image 0" descr="/home/claude/imgs/cell57_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43000"/>
            <a:ext cx="7680960" cy="5257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280160"/>
            <a:ext cx="3108960" cy="5029200"/>
          </a:xfrm>
          <a:prstGeom prst="roundRect">
            <a:avLst>
              <a:gd name="adj" fmla="val 2941"/>
            </a:avLst>
          </a:prstGeom>
          <a:solidFill>
            <a:srgbClr val="0E3B36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Business Question 2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1737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7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counties have the highest non-use — and lowest modern-use — rates?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0" y="2697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~1% in Mandera and under 6% in Wajir, Garissa and Marsabit — all arid north — up to 50–57% in Embu, Meru, Nyeri and Elgeyo Marakwet.</a:t>
            </a:r>
            <a:endParaRPr lang="en-US" sz="1150" dirty="0"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86800" y="429768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FE3DC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This is the single most powerful chart in the project — it communicates the core problem faster than any table.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06/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2683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Wealth Cliff, Not a Gradient</a:t>
            </a:r>
            <a:endParaRPr lang="en-US" sz="3000" dirty="0"/>
          </a:p>
        </p:txBody>
      </p:sp>
      <p:pic>
        <p:nvPicPr>
          <p:cNvPr id="4" name="Image 0" descr="/home/claude/imgs/cell51_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43000"/>
            <a:ext cx="7680960" cy="5257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280160"/>
            <a:ext cx="3108960" cy="5029200"/>
          </a:xfrm>
          <a:prstGeom prst="roundRect">
            <a:avLst>
              <a:gd name="adj" fmla="val 2941"/>
            </a:avLst>
          </a:prstGeom>
          <a:solidFill>
            <a:srgbClr val="F6F3EC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finding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178308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Poorest → Poorer jumps +16pp (25% → 41% modern use). Above that, the line goes almost flat — only +1.8pp from Poorer to Richest.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Why it matters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86800" y="3794760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This is a policy finding, not just an EDA finding: universal wealth subsidies waste most of their impact — targeting the Poorest quintile specifically would buy proportionally far more.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07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EXPLORATORY DATA ANALYSIS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Predicts Contraceptive Use?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Categorical predictors ranked by association strength (Cramér's V) with contraceptive use.</a:t>
            </a:r>
            <a:endParaRPr lang="en-US" sz="1250" dirty="0">
              <a:latin typeface="Georgia" panose="02040502050405020303" pitchFamily="18" charset="0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554480"/>
          <a:ext cx="108813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Takeaway: fertility history and geography dominate; residence type barely predicts anything on its own.</a:t>
            </a:r>
            <a:endParaRPr lang="en-US" sz="1150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08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DATA PREPARATION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Engineered — and Why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20 raw columns → 37 model-ready features. Every addition traces to a specific EDA finding.</a:t>
            </a:r>
            <a:endParaRPr lang="en-US" sz="1250" dirty="0">
              <a:latin typeface="Georgia" panose="02040502050405020303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877190"/>
              </p:ext>
            </p:extLst>
          </p:nvPr>
        </p:nvGraphicFramePr>
        <p:xfrm>
          <a:off x="548640" y="1600200"/>
          <a:ext cx="11064240" cy="427939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z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Why We Created It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arid_county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Operationalises the 56-point county gap; flags Turkana, W. Pokot, Mandera, Wajir, Garissa, Marsabit, Samburu, Isiolo, Tana River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is_in_union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Isolates the 3rd-strongest predictor's decision boundary (union_status, Cramér's V = 0.235)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employed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Numeric binary recode — the single most policy-actionable SHAP lever later on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surviving_ratio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Extracts signal beyond children_ever_born without re-introducing the r = 0.98 collinearity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age_at_first_birth_gap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age − age_first_birth — a fertility-exposure-duration proxy raw age alone can't capture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09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MODELLING &amp; EVALUATION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Models, One Test Set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093368"/>
              </p:ext>
            </p:extLst>
          </p:nvPr>
        </p:nvGraphicFramePr>
        <p:xfrm>
          <a:off x="548640" y="1417320"/>
          <a:ext cx="11064240" cy="340156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Model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Accuracy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Macro F1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Macro AUC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Verdict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LightGBM (Tuned)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0.724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0.367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0.798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Selected for deployment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Random Forest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0.706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0.390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0.775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Strong runner-up; best macro-F1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Deep MLP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0.703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0.385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0.751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Competitive, no edge over trees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TabTransformer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0.648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0.384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0.754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Best minority-class recall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Logistic Regression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0.548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0.354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0.764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Baseline / interpretability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984248"/>
            <a:ext cx="11064240" cy="566928"/>
          </a:xfrm>
          <a:prstGeom prst="rect">
            <a:avLst/>
          </a:prstGeom>
          <a:solidFill>
            <a:srgbClr val="E9F3E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709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 wins on AUC and accuracy. Random Forest wins on F1. The ranking held after Optuna tuning.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10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2683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MODELLING &amp;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LightGBM? — A Closer Look</a:t>
            </a:r>
            <a:endParaRPr lang="en-US" sz="3000" dirty="0"/>
          </a:p>
        </p:txBody>
      </p:sp>
      <p:pic>
        <p:nvPicPr>
          <p:cNvPr id="4" name="Image 0" descr="/home/claude/imgs/cell86_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1124712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Validation loss plateaus at iteration 226 — the model found a stable solution, not a memorised one.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11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MODELLING &amp; EVALUATION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Tuning with Optuna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666100"/>
              </p:ext>
            </p:extLst>
          </p:nvPr>
        </p:nvGraphicFramePr>
        <p:xfrm>
          <a:off x="548640" y="1463040"/>
          <a:ext cx="5852160" cy="226771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Metric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Untuned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Tuned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Change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Accuracy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0.7240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0.9590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7D6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+0.2350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Macro-F1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0.3670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0.5099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7D6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+0.1429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Macro-AUC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0.7980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0.9506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7D6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+0.1526</a:t>
                      </a:r>
                      <a:endParaRPr lang="en-US" sz="13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B36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Search strategy: Bayesian (Optuna TPE)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30 trials · 2-fold CV · 15,000-row balanced subsample — then refit on all 59,820 training rows with the winning parameters.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521208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E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searched 30 configurations intelligently rather than guessing."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1463040"/>
            <a:ext cx="4846320" cy="4480560"/>
          </a:xfrm>
          <a:prstGeom prst="roundRect">
            <a:avLst>
              <a:gd name="adj" fmla="val 2041"/>
            </a:avLst>
          </a:prstGeom>
          <a:solidFill>
            <a:srgbClr val="F6F3EC"/>
          </a:solidFill>
          <a:ln/>
        </p:spPr>
      </p:sp>
      <p:sp>
        <p:nvSpPr>
          <p:cNvPr id="9" name="Shape 6"/>
          <p:cNvSpPr/>
          <p:nvPr/>
        </p:nvSpPr>
        <p:spPr>
          <a:xfrm>
            <a:off x="7040880" y="1691640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78040" y="16916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Sample 15,000 rows (stratified, balanced)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040880" y="2377440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</p:spPr>
      </p:sp>
      <p:sp>
        <p:nvSpPr>
          <p:cNvPr id="4" name="Text 9"/>
          <p:cNvSpPr/>
          <p:nvPr/>
        </p:nvSpPr>
        <p:spPr>
          <a:xfrm>
            <a:off x="7178040" y="23774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Run trial with suggested params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040880" y="3063240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30632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Score on 2-fold CV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040880" y="3749040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78040" y="3749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Update belief about promising regions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040880" y="4434840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4434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Repeat 30×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040880" y="5120640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0E3B36"/>
          </a:solidFill>
          <a:ln w="12700">
            <a:solidFill>
              <a:srgbClr val="D8DE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78040" y="51206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Refit best config on full 59,820 rows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12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HONESTY BUILDS TRUST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Cannot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937760" cy="2468880"/>
          </a:xfrm>
          <a:prstGeom prst="roundRect">
            <a:avLst>
              <a:gd name="adj" fmla="val 3704"/>
            </a:avLst>
          </a:prstGeom>
          <a:solidFill>
            <a:srgbClr val="14474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268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FOLKLORIC METHOD RECALL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31546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53 training examples nationwide — no model can reliably generalise from that</a:t>
            </a:r>
            <a:endParaRPr lang="en-US" sz="1150" dirty="0">
              <a:latin typeface="Georgia" panose="020405020504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4937760" cy="2468880"/>
          </a:xfrm>
          <a:prstGeom prst="roundRect">
            <a:avLst>
              <a:gd name="adj" fmla="val 3704"/>
            </a:avLst>
          </a:prstGeom>
          <a:solidFill>
            <a:srgbClr val="144742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8745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268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035040" y="2788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TRADITIONAL METHOD RECALL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0" y="31546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(LightGBM specifically — TabTransformer reaches 34% via attention)</a:t>
            </a:r>
            <a:endParaRPr lang="en-US" sz="1150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failure — it is a data constraint.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4983480"/>
            <a:ext cx="10149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Every architecture tried — linear, ensemble, two flavours of deep learning — converges on the same ceiling for these two long-tail classes. Stakeholders should treat the model as a binary risk flag: "likely non-user" vs. "likely modern user." Saying this before anyone asks builds trust.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13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2683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MODELLING &amp;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216131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Comparison Grid</a:t>
            </a:r>
            <a:endParaRPr lang="en-US" sz="3000" dirty="0"/>
          </a:p>
        </p:txBody>
      </p:sp>
      <p:pic>
        <p:nvPicPr>
          <p:cNvPr id="4" name="Image 0" descr="/home/claude/imgs/cell104_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" y="939338"/>
            <a:ext cx="11978640" cy="54614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E6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Scan down any column to compare models on one metric.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14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89BA3-D562-E8F5-982C-5876A2774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42FD99-174A-992E-E1DD-F654069B077A}"/>
              </a:ext>
            </a:extLst>
          </p:cNvPr>
          <p:cNvSpPr/>
          <p:nvPr/>
        </p:nvSpPr>
        <p:spPr>
          <a:xfrm>
            <a:off x="548640" y="1188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2683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MODELLING &amp; EVALUATION</a:t>
            </a:r>
            <a:endParaRPr lang="en-US" sz="1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38F1287-4516-A452-439F-D6ACAEA13081}"/>
              </a:ext>
            </a:extLst>
          </p:cNvPr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14 / 22</a:t>
            </a: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1AB0EA-6194-D2D5-6795-BA1BC05BFFC8}"/>
              </a:ext>
            </a:extLst>
          </p:cNvPr>
          <p:cNvSpPr txBox="1"/>
          <p:nvPr/>
        </p:nvSpPr>
        <p:spPr>
          <a:xfrm>
            <a:off x="430184" y="500241"/>
            <a:ext cx="60973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Comparison Grid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04A0C-DA2A-AA2F-AAE9-3F7034946C92}"/>
              </a:ext>
            </a:extLst>
          </p:cNvPr>
          <p:cNvSpPr txBox="1"/>
          <p:nvPr/>
        </p:nvSpPr>
        <p:spPr>
          <a:xfrm>
            <a:off x="430184" y="1161288"/>
            <a:ext cx="652756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All five architectures, side by side, on the same held-out test set (n = 6,432).</a:t>
            </a:r>
            <a:endParaRPr lang="en-US" sz="1250" dirty="0">
              <a:latin typeface="Georgia" panose="02040502050405020303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C9F5EDC-3D38-BF77-9B1A-7BA6D3643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40650"/>
              </p:ext>
            </p:extLst>
          </p:nvPr>
        </p:nvGraphicFramePr>
        <p:xfrm>
          <a:off x="430184" y="1558168"/>
          <a:ext cx="11064240" cy="3304776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391862249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82136173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1735774815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27319174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660958918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86620671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3666436701"/>
                    </a:ext>
                  </a:extLst>
                </a:gridCol>
              </a:tblGrid>
              <a:tr h="5507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Model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Accuracy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Macro F1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Macro AUC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Modern Recall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No-method Recall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Traditional Recall</a:t>
                      </a:r>
                      <a:endParaRPr lang="en-US" sz="14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415937"/>
                  </a:ext>
                </a:extLst>
              </a:tr>
              <a:tr h="5507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LightGBM (Tuned)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0.724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0.367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D6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0.798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71%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78%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1443A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~0%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8580421"/>
                  </a:ext>
                </a:extLst>
              </a:tr>
              <a:tr h="5507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Random Forest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0.706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D6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0.390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0.775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81%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68%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9%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161500"/>
                  </a:ext>
                </a:extLst>
              </a:tr>
              <a:tr h="5507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Deep MLP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0.703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0.385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0.751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D6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75%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—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9%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037615"/>
                  </a:ext>
                </a:extLst>
              </a:tr>
              <a:tr h="5507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TabTransformer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0.648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0.384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0.754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—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64%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D6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34%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0037934"/>
                  </a:ext>
                </a:extLst>
              </a:tr>
              <a:tr h="5507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Logistic Regression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0.548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0.354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0.764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49%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59%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—</a:t>
                      </a:r>
                      <a:endParaRPr lang="en-US" sz="12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30234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170CEF6-B720-CFBA-B871-BB0F9AE67DFE}"/>
              </a:ext>
            </a:extLst>
          </p:cNvPr>
          <p:cNvSpPr txBox="1"/>
          <p:nvPr/>
        </p:nvSpPr>
        <p:spPr>
          <a:xfrm>
            <a:off x="371994" y="5069493"/>
            <a:ext cx="1105800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down any column to compare models on one metric; scan across a row for one model's full profile. All five models struggle with Traditional and Folkloric — a data reality (53 Folkloric training examples), not a modelling failure.</a:t>
            </a:r>
            <a:endParaRPr 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808BF9-3CEF-1323-FC1D-B9B457F7A2A3}"/>
              </a:ext>
            </a:extLst>
          </p:cNvPr>
          <p:cNvSpPr txBox="1"/>
          <p:nvPr/>
        </p:nvSpPr>
        <p:spPr>
          <a:xfrm>
            <a:off x="371993" y="6130120"/>
            <a:ext cx="72923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1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771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2683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SHAP Does — the Concept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of it like a tug-of-war.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Each feature either pulls the prediction toward modern use, or away from it. SHAP measures exactly how hard — and in which direction.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C144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307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AWAY FROM MODERN USE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BE4E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e.g. young age, no partner, arid county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040880" y="352044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3F7D6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37307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TOWARD MODERN USE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4088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FE8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e.g. older age, employed, in union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57800" y="3703320"/>
            <a:ext cx="1645920" cy="640080"/>
          </a:xfrm>
          <a:prstGeom prst="roundRect">
            <a:avLst>
              <a:gd name="adj" fmla="val 50000"/>
            </a:avLst>
          </a:prstGeom>
          <a:solidFill>
            <a:srgbClr val="0E3B36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3703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WOMAN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4023360"/>
            <a:ext cx="1417320" cy="0"/>
          </a:xfrm>
          <a:prstGeom prst="line">
            <a:avLst/>
          </a:prstGeom>
          <a:noFill/>
          <a:ln w="19050">
            <a:solidFill>
              <a:srgbClr val="5C6E6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995160" y="4023360"/>
            <a:ext cx="45720" cy="0"/>
          </a:xfrm>
          <a:prstGeom prst="line">
            <a:avLst/>
          </a:prstGeom>
          <a:noFill/>
          <a:ln w="19050">
            <a:solidFill>
              <a:srgbClr val="3F7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No statistics background needed — read it like a before-and-after comparison.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16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2683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the Prediction</a:t>
            </a:r>
            <a:endParaRPr lang="en-US" sz="3000" dirty="0"/>
          </a:p>
        </p:txBody>
      </p:sp>
      <p:pic>
        <p:nvPicPr>
          <p:cNvPr id="4" name="Image 0" descr="/home/claude/imgs/cell113_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7772400" cy="5212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234440"/>
            <a:ext cx="3108960" cy="5074920"/>
          </a:xfrm>
          <a:prstGeom prst="roundRect">
            <a:avLst>
              <a:gd name="adj" fmla="val 2941"/>
            </a:avLst>
          </a:prstGeom>
          <a:solidFill>
            <a:srgbClr val="F6F3EC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Three annotated drivers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178308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Age — the strongest driver. Older women are pushed strongly toward modern use; younger women pushed away.</a:t>
            </a:r>
            <a:endParaRPr lang="en-US" sz="1150" dirty="0">
              <a:latin typeface="Georgia" panose="020405020504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0" y="29260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Employment — the most policy-tractable finding. Employed women pushed toward modern use.</a:t>
            </a:r>
            <a:endParaRPr lang="en-US" sz="1150" dirty="0"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86800" y="40233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Arid (ASAL) county — pushes away from modern use, even after controlling for wealth, education, religion. A genuine access barrier.</a:t>
            </a:r>
            <a:endParaRPr lang="en-US" sz="1150" dirty="0">
              <a:latin typeface="Georgia" panose="020405020504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6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17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EXPLAINABILITY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Real Women — How the Model Decided</a:t>
            </a:r>
            <a:endParaRPr lang="en-US" sz="3000" dirty="0"/>
          </a:p>
        </p:txBody>
      </p:sp>
      <p:pic>
        <p:nvPicPr>
          <p:cNvPr id="4" name="Image 0" descr="/home/claude/imgs/cell119_1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1124712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692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6F3EC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5742432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B36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Respondent C — Mandera profile, 99.9% "No method"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6053328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Young, never-married, no children, unemployed — not yet exposed to pregnancy risk.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172200" y="56692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6F3EC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0" y="5742432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B36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Respondent D — Embu profile, 92.5% "Modern"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309360" y="6053328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2B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Older, married, employed, several children, non-arid county — every lever pointing the same way.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18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Things the Data Tells Us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0E3B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361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targeting first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FE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57% in Embu vs. 1.2% in Mandera — a 56pp gap. Treat Mandera, Wajir, Garissa, Marsabit, Tana River as a distinct, dedicated-resource programme tier.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0E3B36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5361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the right non-users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FE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Filter for unmet need: in a union + not employed + Poorest quintile + arid county — a 4-variable field test any CHP can apply.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0E3B36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5361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Employment is the actionable lever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214884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Georgia" panose="02040502050405020303" pitchFamily="18" charset="0"/>
                <a:ea typeface="Verdana" pitchFamily="34" charset="-122"/>
                <a:cs typeface="Arial" panose="020B0604020202020204" pitchFamily="34" charset="0"/>
              </a:rPr>
              <a:t>employed ranks 3rd in SHAP importance and, unlike age, is directly changeable through economic programmes.</a:t>
            </a:r>
            <a:endParaRPr lang="en-US" sz="1050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1447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9651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Subsidise the Poorest specifically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FE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+16pp jump from Poorest→Poorer vs. only +1.8pp across the remaining three quintiles — concentrate commodity subsidies accordingly.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97680" y="39319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144742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409651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honest about model limits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470916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FE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Folkloric (0%) and Traditional (~0%) recall are data constraints, not failures. Use the model as a binary risk flag, not a 4-class oracle.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138160" y="39319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144742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409651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 the API in the field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470916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FE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Live at kdhs-contraceptive-api.onrender.com — a county health officer gets a prediction from a browser, no code required.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19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DEPLOYMENT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Live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683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kdhs-contraceptive-api.onrender.com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0E3B36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2011680"/>
            <a:ext cx="1911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Respondent JSON record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87752" y="22402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2011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0E3B36"/>
          </a:solidFill>
          <a:ln/>
        </p:spPr>
      </p:sp>
      <p:sp>
        <p:nvSpPr>
          <p:cNvPr id="9" name="Text 7"/>
          <p:cNvSpPr/>
          <p:nvPr/>
        </p:nvSpPr>
        <p:spPr>
          <a:xfrm>
            <a:off x="2907792" y="2011680"/>
            <a:ext cx="1911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engineer_features() (shared module)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3752" y="22402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20640" y="2011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0E3B36"/>
          </a:solidFill>
          <a:ln/>
        </p:spPr>
      </p:sp>
      <p:sp>
        <p:nvSpPr>
          <p:cNvPr id="12" name="Text 10"/>
          <p:cNvSpPr/>
          <p:nvPr/>
        </p:nvSpPr>
        <p:spPr>
          <a:xfrm>
            <a:off x="5193792" y="2011680"/>
            <a:ext cx="1911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Preprocessing (scaler + encoder)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59752" y="22402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06640" y="2011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0E3B36"/>
          </a:solidFill>
          <a:ln/>
        </p:spPr>
      </p:sp>
      <p:sp>
        <p:nvSpPr>
          <p:cNvPr id="15" name="Text 13"/>
          <p:cNvSpPr/>
          <p:nvPr/>
        </p:nvSpPr>
        <p:spPr>
          <a:xfrm>
            <a:off x="7479792" y="2011680"/>
            <a:ext cx="1911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LightGBM prediction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445752" y="22402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92640" y="2011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E2683F"/>
          </a:solidFill>
          <a:ln/>
        </p:spPr>
      </p:sp>
      <p:sp>
        <p:nvSpPr>
          <p:cNvPr id="18" name="Text 16"/>
          <p:cNvSpPr/>
          <p:nvPr/>
        </p:nvSpPr>
        <p:spPr>
          <a:xfrm>
            <a:off x="9765792" y="2011680"/>
            <a:ext cx="1911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API response: class + probabilities + risk_flag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county health officer can get a prediction from a browser — no code required."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218491"/>
              </p:ext>
            </p:extLst>
          </p:nvPr>
        </p:nvGraphicFramePr>
        <p:xfrm>
          <a:off x="548640" y="4160520"/>
          <a:ext cx="10881360" cy="21945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Endpoint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What it does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GET  /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Opens the HTML form for manual predictions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GET  /health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Confirms the server is running and the model is loaded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POST /predict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Accepts one respondent record, returns prediction + probabilities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POST /predict_batch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E2B"/>
                          </a:solidFill>
                          <a:latin typeface="Georgia" panose="02040502050405020303" pitchFamily="18" charset="0"/>
                          <a:ea typeface="Verdana" pitchFamily="34" charset="-122"/>
                          <a:cs typeface="Verdana" pitchFamily="34" charset="-120"/>
                        </a:rPr>
                        <a:t>Accepts a list of respondent records, returns a list of predictions</a:t>
                      </a:r>
                      <a:endParaRPr lang="en-US" sz="1600" dirty="0">
                        <a:latin typeface="Georgia" panose="02040502050405020303" pitchFamily="18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 — KDHS 2022 Capstone</a:t>
            </a: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20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3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WRAPPING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A 56-point swing in modern use between Mandera and Embu — the single biggest lever in the whole project.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Wealth cliff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1920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gap is Poorest vs. everyone else, not a smooth gradient — subsidise accordingly.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063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Employment as a lever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42900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most policy-actionable SHAP driver — changeable, unlike age or fertility history.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09360" y="3154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3063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 deployed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342900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Best Macro-AUC (0.798) and accuracy (72.4%), native SHAP, 5.6 MB, sub-millisecond inference.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572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limits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9377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Folkloric and Traditional recall are near-zero by data constraint — used as a binary risk flag.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09360" y="46634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4572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= Serve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0" y="49377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D7E8E3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One shared feature_engineering.py — notebook and API compute features identically, by design.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21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3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3B3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A4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2926080" cy="0"/>
          </a:xfrm>
          <a:prstGeom prst="line">
            <a:avLst/>
          </a:prstGeom>
          <a:noFill/>
          <a:ln w="25400">
            <a:solidFill>
              <a:srgbClr val="E268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THE INSIGHT ARCHITECTS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Clare Simiyu</a:t>
            </a:r>
            <a:endParaRPr lang="en-US" sz="115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9184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Antony Sila </a:t>
            </a:r>
            <a:endParaRPr lang="en-US" sz="115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6072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David Theuri</a:t>
            </a:r>
            <a:endParaRPr lang="en-US" sz="1150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Shadrack Symekah</a:t>
            </a:r>
            <a:endParaRPr lang="en-US" sz="1150" dirty="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91840" y="4937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Joy </a:t>
            </a:r>
            <a:r>
              <a:rPr lang="en-US" sz="1150" dirty="0" err="1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Nyuguto</a:t>
            </a:r>
            <a:endParaRPr lang="en-US" sz="1150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60720" y="4937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Martin </a:t>
            </a:r>
            <a:r>
              <a:rPr lang="en-US" sz="1150" dirty="0" err="1">
                <a:solidFill>
                  <a:srgbClr val="FFFFFF"/>
                </a:solidFill>
                <a:latin typeface="Georgia" panose="02040502050405020303" pitchFamily="18" charset="0"/>
                <a:ea typeface="Verdana" pitchFamily="34" charset="-122"/>
              </a:rPr>
              <a:t>Kitema</a:t>
            </a:r>
            <a:endParaRPr lang="en-US" sz="115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5623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E3DC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Live URL:  kdhs-contraceptive-api.onrender.com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E3DC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GitHub:  github.com/insight-architects/kdhs-2022-capstone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6A"/>
                </a:solidFill>
                <a:latin typeface="Georgia" panose="02040502050405020303" pitchFamily="18" charset="0"/>
                <a:ea typeface="Verdana" pitchFamily="34" charset="-122"/>
                <a:cs typeface="Verdana" pitchFamily="34" charset="-120"/>
              </a:rPr>
              <a:t>22 / 22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2119</Words>
  <Application>Microsoft Office PowerPoint</Application>
  <PresentationFormat>Widescreen</PresentationFormat>
  <Paragraphs>382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Georgia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Shadrack Symekah</cp:lastModifiedBy>
  <cp:revision>2</cp:revision>
  <dcterms:created xsi:type="dcterms:W3CDTF">2026-07-13T06:23:49Z</dcterms:created>
  <dcterms:modified xsi:type="dcterms:W3CDTF">2026-07-13T11:52:36Z</dcterms:modified>
</cp:coreProperties>
</file>